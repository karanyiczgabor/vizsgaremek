
<file path=[Content_Types].xml><?xml version="1.0" encoding="utf-8"?>
<Types xmlns="http://schemas.openxmlformats.org/package/2006/content-types">
  <Default Extension="png" ContentType="image/png"/>
  <Default Extension="jpe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2"/>
    <p:sldId id="257" r:id="rId3"/>
    <p:sldId id="259" r:id="rId4"/>
    <p:sldId id="263" r:id="rId5"/>
    <p:sldId id="264" r:id="rId6"/>
    <p:sldId id="265" r:id="rId7"/>
    <p:sldId id="260" r:id="rId8"/>
    <p:sldId id="261" r:id="rId9"/>
    <p:sldId id="262" r:id="rId10"/>
    <p:sldId id="266" r:id="rId11"/>
    <p:sldId id="270" r:id="rId12"/>
    <p:sldId id="267" r:id="rId13"/>
    <p:sldId id="268" r:id="rId14"/>
    <p:sldId id="269" r:id="rId15"/>
  </p:sldIdLst>
  <p:sldSz cx="12192000" cy="6858000"/>
  <p:notesSz cx="6858000" cy="9144000"/>
  <p:defaultTextStyle>
    <a:defPPr>
      <a:defRPr lang="hu-HU"/>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4995" autoAdjust="0"/>
    <p:restoredTop sz="94660"/>
  </p:normalViewPr>
  <p:slideViewPr>
    <p:cSldViewPr snapToGrid="0">
      <p:cViewPr varScale="1">
        <p:scale>
          <a:sx n="86" d="100"/>
          <a:sy n="86" d="100"/>
        </p:scale>
        <p:origin x="562" y="72"/>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theme" Target="theme/theme1.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viewProps" Target="viewProps.xml"/><Relationship Id="rId2" Type="http://schemas.openxmlformats.org/officeDocument/2006/relationships/slide" Target="slides/slide1.xml"/><Relationship Id="rId16" Type="http://schemas.openxmlformats.org/officeDocument/2006/relationships/presProps" Target="pres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slide" Target="slides/slide14.xml"/><Relationship Id="rId10" Type="http://schemas.openxmlformats.org/officeDocument/2006/relationships/slide" Target="slides/slide9.xml"/><Relationship Id="rId19" Type="http://schemas.openxmlformats.org/officeDocument/2006/relationships/tableStyles" Target="tableStyle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Címdia">
    <p:spTree>
      <p:nvGrpSpPr>
        <p:cNvPr id="1" name=""/>
        <p:cNvGrpSpPr/>
        <p:nvPr/>
      </p:nvGrpSpPr>
      <p:grpSpPr>
        <a:xfrm>
          <a:off x="0" y="0"/>
          <a:ext cx="0" cy="0"/>
          <a:chOff x="0" y="0"/>
          <a:chExt cx="0" cy="0"/>
        </a:xfrm>
      </p:grpSpPr>
      <p:sp>
        <p:nvSpPr>
          <p:cNvPr id="2" name="Cím 1"/>
          <p:cNvSpPr>
            <a:spLocks noGrp="1"/>
          </p:cNvSpPr>
          <p:nvPr>
            <p:ph type="ctrTitle"/>
          </p:nvPr>
        </p:nvSpPr>
        <p:spPr>
          <a:xfrm>
            <a:off x="1524000" y="1122363"/>
            <a:ext cx="9144000" cy="2387600"/>
          </a:xfrm>
        </p:spPr>
        <p:txBody>
          <a:bodyPr anchor="b"/>
          <a:lstStyle>
            <a:lvl1pPr algn="ctr">
              <a:defRPr sz="6000"/>
            </a:lvl1pPr>
          </a:lstStyle>
          <a:p>
            <a:r>
              <a:rPr lang="hu-HU"/>
              <a:t>Mintacím szerkesztése</a:t>
            </a:r>
          </a:p>
        </p:txBody>
      </p:sp>
      <p:sp>
        <p:nvSpPr>
          <p:cNvPr id="3" name="Alcím 2"/>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hu-HU"/>
              <a:t>Kattintson ide az alcím mintájának szerkesztéséhez</a:t>
            </a:r>
          </a:p>
        </p:txBody>
      </p:sp>
      <p:sp>
        <p:nvSpPr>
          <p:cNvPr id="4" name="Dátum helye 3"/>
          <p:cNvSpPr>
            <a:spLocks noGrp="1"/>
          </p:cNvSpPr>
          <p:nvPr>
            <p:ph type="dt" sz="half" idx="10"/>
          </p:nvPr>
        </p:nvSpPr>
        <p:spPr/>
        <p:txBody>
          <a:bodyPr/>
          <a:lstStyle/>
          <a:p>
            <a:fld id="{6741845F-BA50-4D9E-9A45-5D6EF02B0166}" type="datetimeFigureOut">
              <a:rPr lang="hu-HU" smtClean="0"/>
              <a:t>2025. 04. 07.</a:t>
            </a:fld>
            <a:endParaRPr lang="hu-HU"/>
          </a:p>
        </p:txBody>
      </p:sp>
      <p:sp>
        <p:nvSpPr>
          <p:cNvPr id="5" name="Élőláb helye 4"/>
          <p:cNvSpPr>
            <a:spLocks noGrp="1"/>
          </p:cNvSpPr>
          <p:nvPr>
            <p:ph type="ftr" sz="quarter" idx="11"/>
          </p:nvPr>
        </p:nvSpPr>
        <p:spPr/>
        <p:txBody>
          <a:bodyPr/>
          <a:lstStyle/>
          <a:p>
            <a:endParaRPr lang="hu-HU"/>
          </a:p>
        </p:txBody>
      </p:sp>
      <p:sp>
        <p:nvSpPr>
          <p:cNvPr id="6" name="Dia számának helye 5"/>
          <p:cNvSpPr>
            <a:spLocks noGrp="1"/>
          </p:cNvSpPr>
          <p:nvPr>
            <p:ph type="sldNum" sz="quarter" idx="12"/>
          </p:nvPr>
        </p:nvSpPr>
        <p:spPr/>
        <p:txBody>
          <a:bodyPr/>
          <a:lstStyle/>
          <a:p>
            <a:fld id="{D2CC3FC6-7CB0-48D3-B806-E658C739AF27}" type="slidenum">
              <a:rPr lang="hu-HU" smtClean="0"/>
              <a:t>‹#›</a:t>
            </a:fld>
            <a:endParaRPr lang="hu-HU"/>
          </a:p>
        </p:txBody>
      </p:sp>
    </p:spTree>
    <p:extLst>
      <p:ext uri="{BB962C8B-B14F-4D97-AF65-F5344CB8AC3E}">
        <p14:creationId xmlns:p14="http://schemas.microsoft.com/office/powerpoint/2010/main" val="1917990484"/>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Cím és tartalom">
    <p:spTree>
      <p:nvGrpSpPr>
        <p:cNvPr id="1" name=""/>
        <p:cNvGrpSpPr/>
        <p:nvPr/>
      </p:nvGrpSpPr>
      <p:grpSpPr>
        <a:xfrm>
          <a:off x="0" y="0"/>
          <a:ext cx="0" cy="0"/>
          <a:chOff x="0" y="0"/>
          <a:chExt cx="0" cy="0"/>
        </a:xfrm>
      </p:grpSpPr>
      <p:sp>
        <p:nvSpPr>
          <p:cNvPr id="2" name="Cím 1"/>
          <p:cNvSpPr>
            <a:spLocks noGrp="1"/>
          </p:cNvSpPr>
          <p:nvPr>
            <p:ph type="title"/>
          </p:nvPr>
        </p:nvSpPr>
        <p:spPr/>
        <p:txBody>
          <a:bodyPr/>
          <a:lstStyle/>
          <a:p>
            <a:r>
              <a:rPr lang="hu-HU"/>
              <a:t>Mintacím szerkesztése</a:t>
            </a:r>
          </a:p>
        </p:txBody>
      </p:sp>
      <p:sp>
        <p:nvSpPr>
          <p:cNvPr id="3" name="Tartalom helye 2"/>
          <p:cNvSpPr>
            <a:spLocks noGrp="1"/>
          </p:cNvSpPr>
          <p:nvPr>
            <p:ph idx="1"/>
          </p:nvPr>
        </p:nvSpPr>
        <p:spPr/>
        <p:txBody>
          <a:bodyPr/>
          <a:lstStyle/>
          <a:p>
            <a:pPr lvl="0"/>
            <a:r>
              <a:rPr lang="hu-HU"/>
              <a:t>Mintaszöveg szerkesztése</a:t>
            </a:r>
          </a:p>
          <a:p>
            <a:pPr lvl="1"/>
            <a:r>
              <a:rPr lang="hu-HU"/>
              <a:t>Második szint</a:t>
            </a:r>
          </a:p>
          <a:p>
            <a:pPr lvl="2"/>
            <a:r>
              <a:rPr lang="hu-HU"/>
              <a:t>Harmadik szint</a:t>
            </a:r>
          </a:p>
          <a:p>
            <a:pPr lvl="3"/>
            <a:r>
              <a:rPr lang="hu-HU"/>
              <a:t>Negyedik szint</a:t>
            </a:r>
          </a:p>
          <a:p>
            <a:pPr lvl="4"/>
            <a:r>
              <a:rPr lang="hu-HU"/>
              <a:t>Ötödik szint</a:t>
            </a:r>
          </a:p>
        </p:txBody>
      </p:sp>
      <p:sp>
        <p:nvSpPr>
          <p:cNvPr id="4" name="Dátum helye 3"/>
          <p:cNvSpPr>
            <a:spLocks noGrp="1"/>
          </p:cNvSpPr>
          <p:nvPr>
            <p:ph type="dt" sz="half" idx="10"/>
          </p:nvPr>
        </p:nvSpPr>
        <p:spPr/>
        <p:txBody>
          <a:bodyPr/>
          <a:lstStyle/>
          <a:p>
            <a:fld id="{6741845F-BA50-4D9E-9A45-5D6EF02B0166}" type="datetimeFigureOut">
              <a:rPr lang="hu-HU" smtClean="0"/>
              <a:t>2025. 04. 07.</a:t>
            </a:fld>
            <a:endParaRPr lang="hu-HU"/>
          </a:p>
        </p:txBody>
      </p:sp>
      <p:sp>
        <p:nvSpPr>
          <p:cNvPr id="5" name="Élőláb helye 4"/>
          <p:cNvSpPr>
            <a:spLocks noGrp="1"/>
          </p:cNvSpPr>
          <p:nvPr>
            <p:ph type="ftr" sz="quarter" idx="11"/>
          </p:nvPr>
        </p:nvSpPr>
        <p:spPr/>
        <p:txBody>
          <a:bodyPr/>
          <a:lstStyle/>
          <a:p>
            <a:endParaRPr lang="hu-HU"/>
          </a:p>
        </p:txBody>
      </p:sp>
      <p:sp>
        <p:nvSpPr>
          <p:cNvPr id="6" name="Dia számának helye 5"/>
          <p:cNvSpPr>
            <a:spLocks noGrp="1"/>
          </p:cNvSpPr>
          <p:nvPr>
            <p:ph type="sldNum" sz="quarter" idx="12"/>
          </p:nvPr>
        </p:nvSpPr>
        <p:spPr/>
        <p:txBody>
          <a:bodyPr/>
          <a:lstStyle/>
          <a:p>
            <a:fld id="{D2CC3FC6-7CB0-48D3-B806-E658C739AF27}" type="slidenum">
              <a:rPr lang="hu-HU" smtClean="0"/>
              <a:t>‹#›</a:t>
            </a:fld>
            <a:endParaRPr lang="hu-HU"/>
          </a:p>
        </p:txBody>
      </p:sp>
    </p:spTree>
    <p:extLst>
      <p:ext uri="{BB962C8B-B14F-4D97-AF65-F5344CB8AC3E}">
        <p14:creationId xmlns:p14="http://schemas.microsoft.com/office/powerpoint/2010/main" val="3716428194"/>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zakaszfejléc">
    <p:spTree>
      <p:nvGrpSpPr>
        <p:cNvPr id="1" name=""/>
        <p:cNvGrpSpPr/>
        <p:nvPr/>
      </p:nvGrpSpPr>
      <p:grpSpPr>
        <a:xfrm>
          <a:off x="0" y="0"/>
          <a:ext cx="0" cy="0"/>
          <a:chOff x="0" y="0"/>
          <a:chExt cx="0" cy="0"/>
        </a:xfrm>
      </p:grpSpPr>
      <p:sp>
        <p:nvSpPr>
          <p:cNvPr id="2" name="Cím 1"/>
          <p:cNvSpPr>
            <a:spLocks noGrp="1"/>
          </p:cNvSpPr>
          <p:nvPr>
            <p:ph type="title"/>
          </p:nvPr>
        </p:nvSpPr>
        <p:spPr>
          <a:xfrm>
            <a:off x="831850" y="1709738"/>
            <a:ext cx="10515600" cy="2852737"/>
          </a:xfrm>
        </p:spPr>
        <p:txBody>
          <a:bodyPr anchor="b"/>
          <a:lstStyle>
            <a:lvl1pPr>
              <a:defRPr sz="6000"/>
            </a:lvl1pPr>
          </a:lstStyle>
          <a:p>
            <a:r>
              <a:rPr lang="hu-HU"/>
              <a:t>Mintacím szerkesztése</a:t>
            </a:r>
          </a:p>
        </p:txBody>
      </p:sp>
      <p:sp>
        <p:nvSpPr>
          <p:cNvPr id="3" name="Szöveg helye 2"/>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hu-HU"/>
              <a:t>Mintaszöveg szerkesztése</a:t>
            </a:r>
          </a:p>
        </p:txBody>
      </p:sp>
      <p:sp>
        <p:nvSpPr>
          <p:cNvPr id="4" name="Dátum helye 3"/>
          <p:cNvSpPr>
            <a:spLocks noGrp="1"/>
          </p:cNvSpPr>
          <p:nvPr>
            <p:ph type="dt" sz="half" idx="10"/>
          </p:nvPr>
        </p:nvSpPr>
        <p:spPr/>
        <p:txBody>
          <a:bodyPr/>
          <a:lstStyle/>
          <a:p>
            <a:fld id="{6741845F-BA50-4D9E-9A45-5D6EF02B0166}" type="datetimeFigureOut">
              <a:rPr lang="hu-HU" smtClean="0"/>
              <a:t>2025. 04. 07.</a:t>
            </a:fld>
            <a:endParaRPr lang="hu-HU"/>
          </a:p>
        </p:txBody>
      </p:sp>
      <p:sp>
        <p:nvSpPr>
          <p:cNvPr id="5" name="Élőláb helye 4"/>
          <p:cNvSpPr>
            <a:spLocks noGrp="1"/>
          </p:cNvSpPr>
          <p:nvPr>
            <p:ph type="ftr" sz="quarter" idx="11"/>
          </p:nvPr>
        </p:nvSpPr>
        <p:spPr/>
        <p:txBody>
          <a:bodyPr/>
          <a:lstStyle/>
          <a:p>
            <a:endParaRPr lang="hu-HU"/>
          </a:p>
        </p:txBody>
      </p:sp>
      <p:sp>
        <p:nvSpPr>
          <p:cNvPr id="6" name="Dia számának helye 5"/>
          <p:cNvSpPr>
            <a:spLocks noGrp="1"/>
          </p:cNvSpPr>
          <p:nvPr>
            <p:ph type="sldNum" sz="quarter" idx="12"/>
          </p:nvPr>
        </p:nvSpPr>
        <p:spPr/>
        <p:txBody>
          <a:bodyPr/>
          <a:lstStyle/>
          <a:p>
            <a:fld id="{D2CC3FC6-7CB0-48D3-B806-E658C739AF27}" type="slidenum">
              <a:rPr lang="hu-HU" smtClean="0"/>
              <a:t>‹#›</a:t>
            </a:fld>
            <a:endParaRPr lang="hu-HU"/>
          </a:p>
        </p:txBody>
      </p:sp>
    </p:spTree>
    <p:extLst>
      <p:ext uri="{BB962C8B-B14F-4D97-AF65-F5344CB8AC3E}">
        <p14:creationId xmlns:p14="http://schemas.microsoft.com/office/powerpoint/2010/main" val="3274045679"/>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2 tartalomrész">
    <p:spTree>
      <p:nvGrpSpPr>
        <p:cNvPr id="1" name=""/>
        <p:cNvGrpSpPr/>
        <p:nvPr/>
      </p:nvGrpSpPr>
      <p:grpSpPr>
        <a:xfrm>
          <a:off x="0" y="0"/>
          <a:ext cx="0" cy="0"/>
          <a:chOff x="0" y="0"/>
          <a:chExt cx="0" cy="0"/>
        </a:xfrm>
      </p:grpSpPr>
      <p:sp>
        <p:nvSpPr>
          <p:cNvPr id="2" name="Cím 1"/>
          <p:cNvSpPr>
            <a:spLocks noGrp="1"/>
          </p:cNvSpPr>
          <p:nvPr>
            <p:ph type="title"/>
          </p:nvPr>
        </p:nvSpPr>
        <p:spPr/>
        <p:txBody>
          <a:bodyPr/>
          <a:lstStyle/>
          <a:p>
            <a:r>
              <a:rPr lang="hu-HU"/>
              <a:t>Mintacím szerkesztése</a:t>
            </a:r>
          </a:p>
        </p:txBody>
      </p:sp>
      <p:sp>
        <p:nvSpPr>
          <p:cNvPr id="3" name="Tartalom helye 2"/>
          <p:cNvSpPr>
            <a:spLocks noGrp="1"/>
          </p:cNvSpPr>
          <p:nvPr>
            <p:ph sz="half" idx="1"/>
          </p:nvPr>
        </p:nvSpPr>
        <p:spPr>
          <a:xfrm>
            <a:off x="838200" y="1825625"/>
            <a:ext cx="5181600" cy="4351338"/>
          </a:xfrm>
        </p:spPr>
        <p:txBody>
          <a:bodyPr/>
          <a:lstStyle/>
          <a:p>
            <a:pPr lvl="0"/>
            <a:r>
              <a:rPr lang="hu-HU"/>
              <a:t>Mintaszöveg szerkesztése</a:t>
            </a:r>
          </a:p>
          <a:p>
            <a:pPr lvl="1"/>
            <a:r>
              <a:rPr lang="hu-HU"/>
              <a:t>Második szint</a:t>
            </a:r>
          </a:p>
          <a:p>
            <a:pPr lvl="2"/>
            <a:r>
              <a:rPr lang="hu-HU"/>
              <a:t>Harmadik szint</a:t>
            </a:r>
          </a:p>
          <a:p>
            <a:pPr lvl="3"/>
            <a:r>
              <a:rPr lang="hu-HU"/>
              <a:t>Negyedik szint</a:t>
            </a:r>
          </a:p>
          <a:p>
            <a:pPr lvl="4"/>
            <a:r>
              <a:rPr lang="hu-HU"/>
              <a:t>Ötödik szint</a:t>
            </a:r>
          </a:p>
        </p:txBody>
      </p:sp>
      <p:sp>
        <p:nvSpPr>
          <p:cNvPr id="4" name="Tartalom helye 3"/>
          <p:cNvSpPr>
            <a:spLocks noGrp="1"/>
          </p:cNvSpPr>
          <p:nvPr>
            <p:ph sz="half" idx="2"/>
          </p:nvPr>
        </p:nvSpPr>
        <p:spPr>
          <a:xfrm>
            <a:off x="6172200" y="1825625"/>
            <a:ext cx="5181600" cy="4351338"/>
          </a:xfrm>
        </p:spPr>
        <p:txBody>
          <a:bodyPr/>
          <a:lstStyle/>
          <a:p>
            <a:pPr lvl="0"/>
            <a:r>
              <a:rPr lang="hu-HU"/>
              <a:t>Mintaszöveg szerkesztése</a:t>
            </a:r>
          </a:p>
          <a:p>
            <a:pPr lvl="1"/>
            <a:r>
              <a:rPr lang="hu-HU"/>
              <a:t>Második szint</a:t>
            </a:r>
          </a:p>
          <a:p>
            <a:pPr lvl="2"/>
            <a:r>
              <a:rPr lang="hu-HU"/>
              <a:t>Harmadik szint</a:t>
            </a:r>
          </a:p>
          <a:p>
            <a:pPr lvl="3"/>
            <a:r>
              <a:rPr lang="hu-HU"/>
              <a:t>Negyedik szint</a:t>
            </a:r>
          </a:p>
          <a:p>
            <a:pPr lvl="4"/>
            <a:r>
              <a:rPr lang="hu-HU"/>
              <a:t>Ötödik szint</a:t>
            </a:r>
          </a:p>
        </p:txBody>
      </p:sp>
      <p:sp>
        <p:nvSpPr>
          <p:cNvPr id="5" name="Dátum helye 4"/>
          <p:cNvSpPr>
            <a:spLocks noGrp="1"/>
          </p:cNvSpPr>
          <p:nvPr>
            <p:ph type="dt" sz="half" idx="10"/>
          </p:nvPr>
        </p:nvSpPr>
        <p:spPr/>
        <p:txBody>
          <a:bodyPr/>
          <a:lstStyle/>
          <a:p>
            <a:fld id="{6741845F-BA50-4D9E-9A45-5D6EF02B0166}" type="datetimeFigureOut">
              <a:rPr lang="hu-HU" smtClean="0"/>
              <a:t>2025. 04. 07.</a:t>
            </a:fld>
            <a:endParaRPr lang="hu-HU"/>
          </a:p>
        </p:txBody>
      </p:sp>
      <p:sp>
        <p:nvSpPr>
          <p:cNvPr id="6" name="Élőláb helye 5"/>
          <p:cNvSpPr>
            <a:spLocks noGrp="1"/>
          </p:cNvSpPr>
          <p:nvPr>
            <p:ph type="ftr" sz="quarter" idx="11"/>
          </p:nvPr>
        </p:nvSpPr>
        <p:spPr/>
        <p:txBody>
          <a:bodyPr/>
          <a:lstStyle/>
          <a:p>
            <a:endParaRPr lang="hu-HU"/>
          </a:p>
        </p:txBody>
      </p:sp>
      <p:sp>
        <p:nvSpPr>
          <p:cNvPr id="7" name="Dia számának helye 6"/>
          <p:cNvSpPr>
            <a:spLocks noGrp="1"/>
          </p:cNvSpPr>
          <p:nvPr>
            <p:ph type="sldNum" sz="quarter" idx="12"/>
          </p:nvPr>
        </p:nvSpPr>
        <p:spPr/>
        <p:txBody>
          <a:bodyPr/>
          <a:lstStyle/>
          <a:p>
            <a:fld id="{D2CC3FC6-7CB0-48D3-B806-E658C739AF27}" type="slidenum">
              <a:rPr lang="hu-HU" smtClean="0"/>
              <a:t>‹#›</a:t>
            </a:fld>
            <a:endParaRPr lang="hu-HU"/>
          </a:p>
        </p:txBody>
      </p:sp>
    </p:spTree>
    <p:extLst>
      <p:ext uri="{BB962C8B-B14F-4D97-AF65-F5344CB8AC3E}">
        <p14:creationId xmlns:p14="http://schemas.microsoft.com/office/powerpoint/2010/main" val="2592871470"/>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Összehasonlítás">
    <p:spTree>
      <p:nvGrpSpPr>
        <p:cNvPr id="1" name=""/>
        <p:cNvGrpSpPr/>
        <p:nvPr/>
      </p:nvGrpSpPr>
      <p:grpSpPr>
        <a:xfrm>
          <a:off x="0" y="0"/>
          <a:ext cx="0" cy="0"/>
          <a:chOff x="0" y="0"/>
          <a:chExt cx="0" cy="0"/>
        </a:xfrm>
      </p:grpSpPr>
      <p:sp>
        <p:nvSpPr>
          <p:cNvPr id="2" name="Cím 1"/>
          <p:cNvSpPr>
            <a:spLocks noGrp="1"/>
          </p:cNvSpPr>
          <p:nvPr>
            <p:ph type="title"/>
          </p:nvPr>
        </p:nvSpPr>
        <p:spPr>
          <a:xfrm>
            <a:off x="839788" y="365125"/>
            <a:ext cx="10515600" cy="1325563"/>
          </a:xfrm>
        </p:spPr>
        <p:txBody>
          <a:bodyPr/>
          <a:lstStyle/>
          <a:p>
            <a:r>
              <a:rPr lang="hu-HU"/>
              <a:t>Mintacím szerkesztése</a:t>
            </a:r>
          </a:p>
        </p:txBody>
      </p:sp>
      <p:sp>
        <p:nvSpPr>
          <p:cNvPr id="3" name="Szöveg helye 2"/>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hu-HU"/>
              <a:t>Mintaszöveg szerkesztése</a:t>
            </a:r>
          </a:p>
        </p:txBody>
      </p:sp>
      <p:sp>
        <p:nvSpPr>
          <p:cNvPr id="4" name="Tartalom helye 3"/>
          <p:cNvSpPr>
            <a:spLocks noGrp="1"/>
          </p:cNvSpPr>
          <p:nvPr>
            <p:ph sz="half" idx="2"/>
          </p:nvPr>
        </p:nvSpPr>
        <p:spPr>
          <a:xfrm>
            <a:off x="839788" y="2505075"/>
            <a:ext cx="5157787" cy="3684588"/>
          </a:xfrm>
        </p:spPr>
        <p:txBody>
          <a:bodyPr/>
          <a:lstStyle/>
          <a:p>
            <a:pPr lvl="0"/>
            <a:r>
              <a:rPr lang="hu-HU"/>
              <a:t>Mintaszöveg szerkesztése</a:t>
            </a:r>
          </a:p>
          <a:p>
            <a:pPr lvl="1"/>
            <a:r>
              <a:rPr lang="hu-HU"/>
              <a:t>Második szint</a:t>
            </a:r>
          </a:p>
          <a:p>
            <a:pPr lvl="2"/>
            <a:r>
              <a:rPr lang="hu-HU"/>
              <a:t>Harmadik szint</a:t>
            </a:r>
          </a:p>
          <a:p>
            <a:pPr lvl="3"/>
            <a:r>
              <a:rPr lang="hu-HU"/>
              <a:t>Negyedik szint</a:t>
            </a:r>
          </a:p>
          <a:p>
            <a:pPr lvl="4"/>
            <a:r>
              <a:rPr lang="hu-HU"/>
              <a:t>Ötödik szint</a:t>
            </a:r>
          </a:p>
        </p:txBody>
      </p:sp>
      <p:sp>
        <p:nvSpPr>
          <p:cNvPr id="5" name="Szöveg helye 4"/>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hu-HU"/>
              <a:t>Mintaszöveg szerkesztése</a:t>
            </a:r>
          </a:p>
        </p:txBody>
      </p:sp>
      <p:sp>
        <p:nvSpPr>
          <p:cNvPr id="6" name="Tartalom helye 5"/>
          <p:cNvSpPr>
            <a:spLocks noGrp="1"/>
          </p:cNvSpPr>
          <p:nvPr>
            <p:ph sz="quarter" idx="4"/>
          </p:nvPr>
        </p:nvSpPr>
        <p:spPr>
          <a:xfrm>
            <a:off x="6172200" y="2505075"/>
            <a:ext cx="5183188" cy="3684588"/>
          </a:xfrm>
        </p:spPr>
        <p:txBody>
          <a:bodyPr/>
          <a:lstStyle/>
          <a:p>
            <a:pPr lvl="0"/>
            <a:r>
              <a:rPr lang="hu-HU"/>
              <a:t>Mintaszöveg szerkesztése</a:t>
            </a:r>
          </a:p>
          <a:p>
            <a:pPr lvl="1"/>
            <a:r>
              <a:rPr lang="hu-HU"/>
              <a:t>Második szint</a:t>
            </a:r>
          </a:p>
          <a:p>
            <a:pPr lvl="2"/>
            <a:r>
              <a:rPr lang="hu-HU"/>
              <a:t>Harmadik szint</a:t>
            </a:r>
          </a:p>
          <a:p>
            <a:pPr lvl="3"/>
            <a:r>
              <a:rPr lang="hu-HU"/>
              <a:t>Negyedik szint</a:t>
            </a:r>
          </a:p>
          <a:p>
            <a:pPr lvl="4"/>
            <a:r>
              <a:rPr lang="hu-HU"/>
              <a:t>Ötödik szint</a:t>
            </a:r>
          </a:p>
        </p:txBody>
      </p:sp>
      <p:sp>
        <p:nvSpPr>
          <p:cNvPr id="7" name="Dátum helye 6"/>
          <p:cNvSpPr>
            <a:spLocks noGrp="1"/>
          </p:cNvSpPr>
          <p:nvPr>
            <p:ph type="dt" sz="half" idx="10"/>
          </p:nvPr>
        </p:nvSpPr>
        <p:spPr/>
        <p:txBody>
          <a:bodyPr/>
          <a:lstStyle/>
          <a:p>
            <a:fld id="{6741845F-BA50-4D9E-9A45-5D6EF02B0166}" type="datetimeFigureOut">
              <a:rPr lang="hu-HU" smtClean="0"/>
              <a:t>2025. 04. 07.</a:t>
            </a:fld>
            <a:endParaRPr lang="hu-HU"/>
          </a:p>
        </p:txBody>
      </p:sp>
      <p:sp>
        <p:nvSpPr>
          <p:cNvPr id="8" name="Élőláb helye 7"/>
          <p:cNvSpPr>
            <a:spLocks noGrp="1"/>
          </p:cNvSpPr>
          <p:nvPr>
            <p:ph type="ftr" sz="quarter" idx="11"/>
          </p:nvPr>
        </p:nvSpPr>
        <p:spPr/>
        <p:txBody>
          <a:bodyPr/>
          <a:lstStyle/>
          <a:p>
            <a:endParaRPr lang="hu-HU"/>
          </a:p>
        </p:txBody>
      </p:sp>
      <p:sp>
        <p:nvSpPr>
          <p:cNvPr id="9" name="Dia számának helye 8"/>
          <p:cNvSpPr>
            <a:spLocks noGrp="1"/>
          </p:cNvSpPr>
          <p:nvPr>
            <p:ph type="sldNum" sz="quarter" idx="12"/>
          </p:nvPr>
        </p:nvSpPr>
        <p:spPr/>
        <p:txBody>
          <a:bodyPr/>
          <a:lstStyle/>
          <a:p>
            <a:fld id="{D2CC3FC6-7CB0-48D3-B806-E658C739AF27}" type="slidenum">
              <a:rPr lang="hu-HU" smtClean="0"/>
              <a:t>‹#›</a:t>
            </a:fld>
            <a:endParaRPr lang="hu-HU"/>
          </a:p>
        </p:txBody>
      </p:sp>
    </p:spTree>
    <p:extLst>
      <p:ext uri="{BB962C8B-B14F-4D97-AF65-F5344CB8AC3E}">
        <p14:creationId xmlns:p14="http://schemas.microsoft.com/office/powerpoint/2010/main" val="2636708079"/>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Csak cím">
    <p:spTree>
      <p:nvGrpSpPr>
        <p:cNvPr id="1" name=""/>
        <p:cNvGrpSpPr/>
        <p:nvPr/>
      </p:nvGrpSpPr>
      <p:grpSpPr>
        <a:xfrm>
          <a:off x="0" y="0"/>
          <a:ext cx="0" cy="0"/>
          <a:chOff x="0" y="0"/>
          <a:chExt cx="0" cy="0"/>
        </a:xfrm>
      </p:grpSpPr>
      <p:sp>
        <p:nvSpPr>
          <p:cNvPr id="2" name="Cím 1"/>
          <p:cNvSpPr>
            <a:spLocks noGrp="1"/>
          </p:cNvSpPr>
          <p:nvPr>
            <p:ph type="title"/>
          </p:nvPr>
        </p:nvSpPr>
        <p:spPr/>
        <p:txBody>
          <a:bodyPr/>
          <a:lstStyle/>
          <a:p>
            <a:r>
              <a:rPr lang="hu-HU"/>
              <a:t>Mintacím szerkesztése</a:t>
            </a:r>
          </a:p>
        </p:txBody>
      </p:sp>
      <p:sp>
        <p:nvSpPr>
          <p:cNvPr id="3" name="Dátum helye 2"/>
          <p:cNvSpPr>
            <a:spLocks noGrp="1"/>
          </p:cNvSpPr>
          <p:nvPr>
            <p:ph type="dt" sz="half" idx="10"/>
          </p:nvPr>
        </p:nvSpPr>
        <p:spPr/>
        <p:txBody>
          <a:bodyPr/>
          <a:lstStyle/>
          <a:p>
            <a:fld id="{6741845F-BA50-4D9E-9A45-5D6EF02B0166}" type="datetimeFigureOut">
              <a:rPr lang="hu-HU" smtClean="0"/>
              <a:t>2025. 04. 07.</a:t>
            </a:fld>
            <a:endParaRPr lang="hu-HU"/>
          </a:p>
        </p:txBody>
      </p:sp>
      <p:sp>
        <p:nvSpPr>
          <p:cNvPr id="4" name="Élőláb helye 3"/>
          <p:cNvSpPr>
            <a:spLocks noGrp="1"/>
          </p:cNvSpPr>
          <p:nvPr>
            <p:ph type="ftr" sz="quarter" idx="11"/>
          </p:nvPr>
        </p:nvSpPr>
        <p:spPr/>
        <p:txBody>
          <a:bodyPr/>
          <a:lstStyle/>
          <a:p>
            <a:endParaRPr lang="hu-HU"/>
          </a:p>
        </p:txBody>
      </p:sp>
      <p:sp>
        <p:nvSpPr>
          <p:cNvPr id="5" name="Dia számának helye 4"/>
          <p:cNvSpPr>
            <a:spLocks noGrp="1"/>
          </p:cNvSpPr>
          <p:nvPr>
            <p:ph type="sldNum" sz="quarter" idx="12"/>
          </p:nvPr>
        </p:nvSpPr>
        <p:spPr/>
        <p:txBody>
          <a:bodyPr/>
          <a:lstStyle/>
          <a:p>
            <a:fld id="{D2CC3FC6-7CB0-48D3-B806-E658C739AF27}" type="slidenum">
              <a:rPr lang="hu-HU" smtClean="0"/>
              <a:t>‹#›</a:t>
            </a:fld>
            <a:endParaRPr lang="hu-HU"/>
          </a:p>
        </p:txBody>
      </p:sp>
    </p:spTree>
    <p:extLst>
      <p:ext uri="{BB962C8B-B14F-4D97-AF65-F5344CB8AC3E}">
        <p14:creationId xmlns:p14="http://schemas.microsoft.com/office/powerpoint/2010/main" val="1729383738"/>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Üres">
    <p:spTree>
      <p:nvGrpSpPr>
        <p:cNvPr id="1" name=""/>
        <p:cNvGrpSpPr/>
        <p:nvPr/>
      </p:nvGrpSpPr>
      <p:grpSpPr>
        <a:xfrm>
          <a:off x="0" y="0"/>
          <a:ext cx="0" cy="0"/>
          <a:chOff x="0" y="0"/>
          <a:chExt cx="0" cy="0"/>
        </a:xfrm>
      </p:grpSpPr>
      <p:sp>
        <p:nvSpPr>
          <p:cNvPr id="2" name="Dátum helye 1"/>
          <p:cNvSpPr>
            <a:spLocks noGrp="1"/>
          </p:cNvSpPr>
          <p:nvPr>
            <p:ph type="dt" sz="half" idx="10"/>
          </p:nvPr>
        </p:nvSpPr>
        <p:spPr/>
        <p:txBody>
          <a:bodyPr/>
          <a:lstStyle/>
          <a:p>
            <a:fld id="{6741845F-BA50-4D9E-9A45-5D6EF02B0166}" type="datetimeFigureOut">
              <a:rPr lang="hu-HU" smtClean="0"/>
              <a:t>2025. 04. 07.</a:t>
            </a:fld>
            <a:endParaRPr lang="hu-HU"/>
          </a:p>
        </p:txBody>
      </p:sp>
      <p:sp>
        <p:nvSpPr>
          <p:cNvPr id="3" name="Élőláb helye 2"/>
          <p:cNvSpPr>
            <a:spLocks noGrp="1"/>
          </p:cNvSpPr>
          <p:nvPr>
            <p:ph type="ftr" sz="quarter" idx="11"/>
          </p:nvPr>
        </p:nvSpPr>
        <p:spPr/>
        <p:txBody>
          <a:bodyPr/>
          <a:lstStyle/>
          <a:p>
            <a:endParaRPr lang="hu-HU"/>
          </a:p>
        </p:txBody>
      </p:sp>
      <p:sp>
        <p:nvSpPr>
          <p:cNvPr id="4" name="Dia számának helye 3"/>
          <p:cNvSpPr>
            <a:spLocks noGrp="1"/>
          </p:cNvSpPr>
          <p:nvPr>
            <p:ph type="sldNum" sz="quarter" idx="12"/>
          </p:nvPr>
        </p:nvSpPr>
        <p:spPr/>
        <p:txBody>
          <a:bodyPr/>
          <a:lstStyle/>
          <a:p>
            <a:fld id="{D2CC3FC6-7CB0-48D3-B806-E658C739AF27}" type="slidenum">
              <a:rPr lang="hu-HU" smtClean="0"/>
              <a:t>‹#›</a:t>
            </a:fld>
            <a:endParaRPr lang="hu-HU"/>
          </a:p>
        </p:txBody>
      </p:sp>
    </p:spTree>
    <p:extLst>
      <p:ext uri="{BB962C8B-B14F-4D97-AF65-F5344CB8AC3E}">
        <p14:creationId xmlns:p14="http://schemas.microsoft.com/office/powerpoint/2010/main" val="1828475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Tartalomrész képaláírással">
    <p:spTree>
      <p:nvGrpSpPr>
        <p:cNvPr id="1" name=""/>
        <p:cNvGrpSpPr/>
        <p:nvPr/>
      </p:nvGrpSpPr>
      <p:grpSpPr>
        <a:xfrm>
          <a:off x="0" y="0"/>
          <a:ext cx="0" cy="0"/>
          <a:chOff x="0" y="0"/>
          <a:chExt cx="0" cy="0"/>
        </a:xfrm>
      </p:grpSpPr>
      <p:sp>
        <p:nvSpPr>
          <p:cNvPr id="2" name="Cím 1"/>
          <p:cNvSpPr>
            <a:spLocks noGrp="1"/>
          </p:cNvSpPr>
          <p:nvPr>
            <p:ph type="title"/>
          </p:nvPr>
        </p:nvSpPr>
        <p:spPr>
          <a:xfrm>
            <a:off x="839788" y="457200"/>
            <a:ext cx="3932237" cy="1600200"/>
          </a:xfrm>
        </p:spPr>
        <p:txBody>
          <a:bodyPr anchor="b"/>
          <a:lstStyle>
            <a:lvl1pPr>
              <a:defRPr sz="3200"/>
            </a:lvl1pPr>
          </a:lstStyle>
          <a:p>
            <a:r>
              <a:rPr lang="hu-HU"/>
              <a:t>Mintacím szerkesztése</a:t>
            </a:r>
          </a:p>
        </p:txBody>
      </p:sp>
      <p:sp>
        <p:nvSpPr>
          <p:cNvPr id="3" name="Tartalom helye 2"/>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hu-HU"/>
              <a:t>Mintaszöveg szerkesztése</a:t>
            </a:r>
          </a:p>
          <a:p>
            <a:pPr lvl="1"/>
            <a:r>
              <a:rPr lang="hu-HU"/>
              <a:t>Második szint</a:t>
            </a:r>
          </a:p>
          <a:p>
            <a:pPr lvl="2"/>
            <a:r>
              <a:rPr lang="hu-HU"/>
              <a:t>Harmadik szint</a:t>
            </a:r>
          </a:p>
          <a:p>
            <a:pPr lvl="3"/>
            <a:r>
              <a:rPr lang="hu-HU"/>
              <a:t>Negyedik szint</a:t>
            </a:r>
          </a:p>
          <a:p>
            <a:pPr lvl="4"/>
            <a:r>
              <a:rPr lang="hu-HU"/>
              <a:t>Ötödik szint</a:t>
            </a:r>
          </a:p>
        </p:txBody>
      </p:sp>
      <p:sp>
        <p:nvSpPr>
          <p:cNvPr id="4" name="Szöveg helye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hu-HU"/>
              <a:t>Mintaszöveg szerkesztése</a:t>
            </a:r>
          </a:p>
        </p:txBody>
      </p:sp>
      <p:sp>
        <p:nvSpPr>
          <p:cNvPr id="5" name="Dátum helye 4"/>
          <p:cNvSpPr>
            <a:spLocks noGrp="1"/>
          </p:cNvSpPr>
          <p:nvPr>
            <p:ph type="dt" sz="half" idx="10"/>
          </p:nvPr>
        </p:nvSpPr>
        <p:spPr/>
        <p:txBody>
          <a:bodyPr/>
          <a:lstStyle/>
          <a:p>
            <a:fld id="{6741845F-BA50-4D9E-9A45-5D6EF02B0166}" type="datetimeFigureOut">
              <a:rPr lang="hu-HU" smtClean="0"/>
              <a:t>2025. 04. 07.</a:t>
            </a:fld>
            <a:endParaRPr lang="hu-HU"/>
          </a:p>
        </p:txBody>
      </p:sp>
      <p:sp>
        <p:nvSpPr>
          <p:cNvPr id="6" name="Élőláb helye 5"/>
          <p:cNvSpPr>
            <a:spLocks noGrp="1"/>
          </p:cNvSpPr>
          <p:nvPr>
            <p:ph type="ftr" sz="quarter" idx="11"/>
          </p:nvPr>
        </p:nvSpPr>
        <p:spPr/>
        <p:txBody>
          <a:bodyPr/>
          <a:lstStyle/>
          <a:p>
            <a:endParaRPr lang="hu-HU"/>
          </a:p>
        </p:txBody>
      </p:sp>
      <p:sp>
        <p:nvSpPr>
          <p:cNvPr id="7" name="Dia számának helye 6"/>
          <p:cNvSpPr>
            <a:spLocks noGrp="1"/>
          </p:cNvSpPr>
          <p:nvPr>
            <p:ph type="sldNum" sz="quarter" idx="12"/>
          </p:nvPr>
        </p:nvSpPr>
        <p:spPr/>
        <p:txBody>
          <a:bodyPr/>
          <a:lstStyle/>
          <a:p>
            <a:fld id="{D2CC3FC6-7CB0-48D3-B806-E658C739AF27}" type="slidenum">
              <a:rPr lang="hu-HU" smtClean="0"/>
              <a:t>‹#›</a:t>
            </a:fld>
            <a:endParaRPr lang="hu-HU"/>
          </a:p>
        </p:txBody>
      </p:sp>
    </p:spTree>
    <p:extLst>
      <p:ext uri="{BB962C8B-B14F-4D97-AF65-F5344CB8AC3E}">
        <p14:creationId xmlns:p14="http://schemas.microsoft.com/office/powerpoint/2010/main" val="213969888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Kép képaláírással">
    <p:spTree>
      <p:nvGrpSpPr>
        <p:cNvPr id="1" name=""/>
        <p:cNvGrpSpPr/>
        <p:nvPr/>
      </p:nvGrpSpPr>
      <p:grpSpPr>
        <a:xfrm>
          <a:off x="0" y="0"/>
          <a:ext cx="0" cy="0"/>
          <a:chOff x="0" y="0"/>
          <a:chExt cx="0" cy="0"/>
        </a:xfrm>
      </p:grpSpPr>
      <p:sp>
        <p:nvSpPr>
          <p:cNvPr id="2" name="Cím 1"/>
          <p:cNvSpPr>
            <a:spLocks noGrp="1"/>
          </p:cNvSpPr>
          <p:nvPr>
            <p:ph type="title"/>
          </p:nvPr>
        </p:nvSpPr>
        <p:spPr>
          <a:xfrm>
            <a:off x="839788" y="457200"/>
            <a:ext cx="3932237" cy="1600200"/>
          </a:xfrm>
        </p:spPr>
        <p:txBody>
          <a:bodyPr anchor="b"/>
          <a:lstStyle>
            <a:lvl1pPr>
              <a:defRPr sz="3200"/>
            </a:lvl1pPr>
          </a:lstStyle>
          <a:p>
            <a:r>
              <a:rPr lang="hu-HU"/>
              <a:t>Mintacím szerkesztése</a:t>
            </a:r>
          </a:p>
        </p:txBody>
      </p:sp>
      <p:sp>
        <p:nvSpPr>
          <p:cNvPr id="3" name="Kép helye 2"/>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hu-HU"/>
          </a:p>
        </p:txBody>
      </p:sp>
      <p:sp>
        <p:nvSpPr>
          <p:cNvPr id="4" name="Szöveg helye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hu-HU"/>
              <a:t>Mintaszöveg szerkesztése</a:t>
            </a:r>
          </a:p>
        </p:txBody>
      </p:sp>
      <p:sp>
        <p:nvSpPr>
          <p:cNvPr id="5" name="Dátum helye 4"/>
          <p:cNvSpPr>
            <a:spLocks noGrp="1"/>
          </p:cNvSpPr>
          <p:nvPr>
            <p:ph type="dt" sz="half" idx="10"/>
          </p:nvPr>
        </p:nvSpPr>
        <p:spPr/>
        <p:txBody>
          <a:bodyPr/>
          <a:lstStyle/>
          <a:p>
            <a:fld id="{6741845F-BA50-4D9E-9A45-5D6EF02B0166}" type="datetimeFigureOut">
              <a:rPr lang="hu-HU" smtClean="0"/>
              <a:t>2025. 04. 07.</a:t>
            </a:fld>
            <a:endParaRPr lang="hu-HU"/>
          </a:p>
        </p:txBody>
      </p:sp>
      <p:sp>
        <p:nvSpPr>
          <p:cNvPr id="6" name="Élőláb helye 5"/>
          <p:cNvSpPr>
            <a:spLocks noGrp="1"/>
          </p:cNvSpPr>
          <p:nvPr>
            <p:ph type="ftr" sz="quarter" idx="11"/>
          </p:nvPr>
        </p:nvSpPr>
        <p:spPr/>
        <p:txBody>
          <a:bodyPr/>
          <a:lstStyle/>
          <a:p>
            <a:endParaRPr lang="hu-HU"/>
          </a:p>
        </p:txBody>
      </p:sp>
      <p:sp>
        <p:nvSpPr>
          <p:cNvPr id="7" name="Dia számának helye 6"/>
          <p:cNvSpPr>
            <a:spLocks noGrp="1"/>
          </p:cNvSpPr>
          <p:nvPr>
            <p:ph type="sldNum" sz="quarter" idx="12"/>
          </p:nvPr>
        </p:nvSpPr>
        <p:spPr/>
        <p:txBody>
          <a:bodyPr/>
          <a:lstStyle/>
          <a:p>
            <a:fld id="{D2CC3FC6-7CB0-48D3-B806-E658C739AF27}" type="slidenum">
              <a:rPr lang="hu-HU" smtClean="0"/>
              <a:t>‹#›</a:t>
            </a:fld>
            <a:endParaRPr lang="hu-HU"/>
          </a:p>
        </p:txBody>
      </p:sp>
    </p:spTree>
    <p:extLst>
      <p:ext uri="{BB962C8B-B14F-4D97-AF65-F5344CB8AC3E}">
        <p14:creationId xmlns:p14="http://schemas.microsoft.com/office/powerpoint/2010/main" val="3121860913"/>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Cím és függőleges szöveg">
    <p:spTree>
      <p:nvGrpSpPr>
        <p:cNvPr id="1" name=""/>
        <p:cNvGrpSpPr/>
        <p:nvPr/>
      </p:nvGrpSpPr>
      <p:grpSpPr>
        <a:xfrm>
          <a:off x="0" y="0"/>
          <a:ext cx="0" cy="0"/>
          <a:chOff x="0" y="0"/>
          <a:chExt cx="0" cy="0"/>
        </a:xfrm>
      </p:grpSpPr>
      <p:sp>
        <p:nvSpPr>
          <p:cNvPr id="2" name="Cím 1"/>
          <p:cNvSpPr>
            <a:spLocks noGrp="1"/>
          </p:cNvSpPr>
          <p:nvPr>
            <p:ph type="title"/>
          </p:nvPr>
        </p:nvSpPr>
        <p:spPr/>
        <p:txBody>
          <a:bodyPr/>
          <a:lstStyle/>
          <a:p>
            <a:r>
              <a:rPr lang="hu-HU"/>
              <a:t>Mintacím szerkesztése</a:t>
            </a:r>
          </a:p>
        </p:txBody>
      </p:sp>
      <p:sp>
        <p:nvSpPr>
          <p:cNvPr id="3" name="Függőleges szöveg helye 2"/>
          <p:cNvSpPr>
            <a:spLocks noGrp="1"/>
          </p:cNvSpPr>
          <p:nvPr>
            <p:ph type="body" orient="vert" idx="1"/>
          </p:nvPr>
        </p:nvSpPr>
        <p:spPr/>
        <p:txBody>
          <a:bodyPr vert="eaVert"/>
          <a:lstStyle/>
          <a:p>
            <a:pPr lvl="0"/>
            <a:r>
              <a:rPr lang="hu-HU"/>
              <a:t>Mintaszöveg szerkesztése</a:t>
            </a:r>
          </a:p>
          <a:p>
            <a:pPr lvl="1"/>
            <a:r>
              <a:rPr lang="hu-HU"/>
              <a:t>Második szint</a:t>
            </a:r>
          </a:p>
          <a:p>
            <a:pPr lvl="2"/>
            <a:r>
              <a:rPr lang="hu-HU"/>
              <a:t>Harmadik szint</a:t>
            </a:r>
          </a:p>
          <a:p>
            <a:pPr lvl="3"/>
            <a:r>
              <a:rPr lang="hu-HU"/>
              <a:t>Negyedik szint</a:t>
            </a:r>
          </a:p>
          <a:p>
            <a:pPr lvl="4"/>
            <a:r>
              <a:rPr lang="hu-HU"/>
              <a:t>Ötödik szint</a:t>
            </a:r>
          </a:p>
        </p:txBody>
      </p:sp>
      <p:sp>
        <p:nvSpPr>
          <p:cNvPr id="4" name="Dátum helye 3"/>
          <p:cNvSpPr>
            <a:spLocks noGrp="1"/>
          </p:cNvSpPr>
          <p:nvPr>
            <p:ph type="dt" sz="half" idx="10"/>
          </p:nvPr>
        </p:nvSpPr>
        <p:spPr/>
        <p:txBody>
          <a:bodyPr/>
          <a:lstStyle/>
          <a:p>
            <a:fld id="{6741845F-BA50-4D9E-9A45-5D6EF02B0166}" type="datetimeFigureOut">
              <a:rPr lang="hu-HU" smtClean="0"/>
              <a:t>2025. 04. 07.</a:t>
            </a:fld>
            <a:endParaRPr lang="hu-HU"/>
          </a:p>
        </p:txBody>
      </p:sp>
      <p:sp>
        <p:nvSpPr>
          <p:cNvPr id="5" name="Élőláb helye 4"/>
          <p:cNvSpPr>
            <a:spLocks noGrp="1"/>
          </p:cNvSpPr>
          <p:nvPr>
            <p:ph type="ftr" sz="quarter" idx="11"/>
          </p:nvPr>
        </p:nvSpPr>
        <p:spPr/>
        <p:txBody>
          <a:bodyPr/>
          <a:lstStyle/>
          <a:p>
            <a:endParaRPr lang="hu-HU"/>
          </a:p>
        </p:txBody>
      </p:sp>
      <p:sp>
        <p:nvSpPr>
          <p:cNvPr id="6" name="Dia számának helye 5"/>
          <p:cNvSpPr>
            <a:spLocks noGrp="1"/>
          </p:cNvSpPr>
          <p:nvPr>
            <p:ph type="sldNum" sz="quarter" idx="12"/>
          </p:nvPr>
        </p:nvSpPr>
        <p:spPr/>
        <p:txBody>
          <a:bodyPr/>
          <a:lstStyle/>
          <a:p>
            <a:fld id="{D2CC3FC6-7CB0-48D3-B806-E658C739AF27}" type="slidenum">
              <a:rPr lang="hu-HU" smtClean="0"/>
              <a:t>‹#›</a:t>
            </a:fld>
            <a:endParaRPr lang="hu-HU"/>
          </a:p>
        </p:txBody>
      </p:sp>
    </p:spTree>
    <p:extLst>
      <p:ext uri="{BB962C8B-B14F-4D97-AF65-F5344CB8AC3E}">
        <p14:creationId xmlns:p14="http://schemas.microsoft.com/office/powerpoint/2010/main" val="180795380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Függőleges cím és szöveg">
    <p:spTree>
      <p:nvGrpSpPr>
        <p:cNvPr id="1" name=""/>
        <p:cNvGrpSpPr/>
        <p:nvPr/>
      </p:nvGrpSpPr>
      <p:grpSpPr>
        <a:xfrm>
          <a:off x="0" y="0"/>
          <a:ext cx="0" cy="0"/>
          <a:chOff x="0" y="0"/>
          <a:chExt cx="0" cy="0"/>
        </a:xfrm>
      </p:grpSpPr>
      <p:sp>
        <p:nvSpPr>
          <p:cNvPr id="2" name="Függőleges cím 1"/>
          <p:cNvSpPr>
            <a:spLocks noGrp="1"/>
          </p:cNvSpPr>
          <p:nvPr>
            <p:ph type="title" orient="vert"/>
          </p:nvPr>
        </p:nvSpPr>
        <p:spPr>
          <a:xfrm>
            <a:off x="8724900" y="365125"/>
            <a:ext cx="2628900" cy="5811838"/>
          </a:xfrm>
        </p:spPr>
        <p:txBody>
          <a:bodyPr vert="eaVert"/>
          <a:lstStyle/>
          <a:p>
            <a:r>
              <a:rPr lang="hu-HU"/>
              <a:t>Mintacím szerkesztése</a:t>
            </a:r>
          </a:p>
        </p:txBody>
      </p:sp>
      <p:sp>
        <p:nvSpPr>
          <p:cNvPr id="3" name="Függőleges szöveg helye 2"/>
          <p:cNvSpPr>
            <a:spLocks noGrp="1"/>
          </p:cNvSpPr>
          <p:nvPr>
            <p:ph type="body" orient="vert" idx="1"/>
          </p:nvPr>
        </p:nvSpPr>
        <p:spPr>
          <a:xfrm>
            <a:off x="838200" y="365125"/>
            <a:ext cx="7734300" cy="5811838"/>
          </a:xfrm>
        </p:spPr>
        <p:txBody>
          <a:bodyPr vert="eaVert"/>
          <a:lstStyle/>
          <a:p>
            <a:pPr lvl="0"/>
            <a:r>
              <a:rPr lang="hu-HU"/>
              <a:t>Mintaszöveg szerkesztése</a:t>
            </a:r>
          </a:p>
          <a:p>
            <a:pPr lvl="1"/>
            <a:r>
              <a:rPr lang="hu-HU"/>
              <a:t>Második szint</a:t>
            </a:r>
          </a:p>
          <a:p>
            <a:pPr lvl="2"/>
            <a:r>
              <a:rPr lang="hu-HU"/>
              <a:t>Harmadik szint</a:t>
            </a:r>
          </a:p>
          <a:p>
            <a:pPr lvl="3"/>
            <a:r>
              <a:rPr lang="hu-HU"/>
              <a:t>Negyedik szint</a:t>
            </a:r>
          </a:p>
          <a:p>
            <a:pPr lvl="4"/>
            <a:r>
              <a:rPr lang="hu-HU"/>
              <a:t>Ötödik szint</a:t>
            </a:r>
          </a:p>
        </p:txBody>
      </p:sp>
      <p:sp>
        <p:nvSpPr>
          <p:cNvPr id="4" name="Dátum helye 3"/>
          <p:cNvSpPr>
            <a:spLocks noGrp="1"/>
          </p:cNvSpPr>
          <p:nvPr>
            <p:ph type="dt" sz="half" idx="10"/>
          </p:nvPr>
        </p:nvSpPr>
        <p:spPr/>
        <p:txBody>
          <a:bodyPr/>
          <a:lstStyle/>
          <a:p>
            <a:fld id="{6741845F-BA50-4D9E-9A45-5D6EF02B0166}" type="datetimeFigureOut">
              <a:rPr lang="hu-HU" smtClean="0"/>
              <a:t>2025. 04. 07.</a:t>
            </a:fld>
            <a:endParaRPr lang="hu-HU"/>
          </a:p>
        </p:txBody>
      </p:sp>
      <p:sp>
        <p:nvSpPr>
          <p:cNvPr id="5" name="Élőláb helye 4"/>
          <p:cNvSpPr>
            <a:spLocks noGrp="1"/>
          </p:cNvSpPr>
          <p:nvPr>
            <p:ph type="ftr" sz="quarter" idx="11"/>
          </p:nvPr>
        </p:nvSpPr>
        <p:spPr/>
        <p:txBody>
          <a:bodyPr/>
          <a:lstStyle/>
          <a:p>
            <a:endParaRPr lang="hu-HU"/>
          </a:p>
        </p:txBody>
      </p:sp>
      <p:sp>
        <p:nvSpPr>
          <p:cNvPr id="6" name="Dia számának helye 5"/>
          <p:cNvSpPr>
            <a:spLocks noGrp="1"/>
          </p:cNvSpPr>
          <p:nvPr>
            <p:ph type="sldNum" sz="quarter" idx="12"/>
          </p:nvPr>
        </p:nvSpPr>
        <p:spPr/>
        <p:txBody>
          <a:bodyPr/>
          <a:lstStyle/>
          <a:p>
            <a:fld id="{D2CC3FC6-7CB0-48D3-B806-E658C739AF27}" type="slidenum">
              <a:rPr lang="hu-HU" smtClean="0"/>
              <a:t>‹#›</a:t>
            </a:fld>
            <a:endParaRPr lang="hu-HU"/>
          </a:p>
        </p:txBody>
      </p:sp>
    </p:spTree>
    <p:extLst>
      <p:ext uri="{BB962C8B-B14F-4D97-AF65-F5344CB8AC3E}">
        <p14:creationId xmlns:p14="http://schemas.microsoft.com/office/powerpoint/2010/main" val="1762958883"/>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Cím helye 1"/>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hu-HU"/>
              <a:t>Mintacím szerkesztése</a:t>
            </a:r>
          </a:p>
        </p:txBody>
      </p:sp>
      <p:sp>
        <p:nvSpPr>
          <p:cNvPr id="3" name="Szöveg helye 2"/>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hu-HU"/>
              <a:t>Mintaszöveg szerkesztése</a:t>
            </a:r>
          </a:p>
          <a:p>
            <a:pPr lvl="1"/>
            <a:r>
              <a:rPr lang="hu-HU"/>
              <a:t>Második szint</a:t>
            </a:r>
          </a:p>
          <a:p>
            <a:pPr lvl="2"/>
            <a:r>
              <a:rPr lang="hu-HU"/>
              <a:t>Harmadik szint</a:t>
            </a:r>
          </a:p>
          <a:p>
            <a:pPr lvl="3"/>
            <a:r>
              <a:rPr lang="hu-HU"/>
              <a:t>Negyedik szint</a:t>
            </a:r>
          </a:p>
          <a:p>
            <a:pPr lvl="4"/>
            <a:r>
              <a:rPr lang="hu-HU"/>
              <a:t>Ötödik szint</a:t>
            </a:r>
          </a:p>
        </p:txBody>
      </p:sp>
      <p:sp>
        <p:nvSpPr>
          <p:cNvPr id="4" name="Dátum helye 3"/>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6741845F-BA50-4D9E-9A45-5D6EF02B0166}" type="datetimeFigureOut">
              <a:rPr lang="hu-HU" smtClean="0"/>
              <a:t>2025. 04. 07.</a:t>
            </a:fld>
            <a:endParaRPr lang="hu-HU"/>
          </a:p>
        </p:txBody>
      </p:sp>
      <p:sp>
        <p:nvSpPr>
          <p:cNvPr id="5" name="Élőláb helye 4"/>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hu-HU"/>
          </a:p>
        </p:txBody>
      </p:sp>
      <p:sp>
        <p:nvSpPr>
          <p:cNvPr id="6" name="Dia számának helye 5"/>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D2CC3FC6-7CB0-48D3-B806-E658C739AF27}" type="slidenum">
              <a:rPr lang="hu-HU" smtClean="0"/>
              <a:t>‹#›</a:t>
            </a:fld>
            <a:endParaRPr lang="hu-HU"/>
          </a:p>
        </p:txBody>
      </p:sp>
    </p:spTree>
    <p:extLst>
      <p:ext uri="{BB962C8B-B14F-4D97-AF65-F5344CB8AC3E}">
        <p14:creationId xmlns:p14="http://schemas.microsoft.com/office/powerpoint/2010/main" val="3697500622"/>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hu-HU"/>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Layout" Target="../slideLayouts/slideLayout1.xml"/><Relationship Id="rId4" Type="http://schemas.openxmlformats.org/officeDocument/2006/relationships/image" Target="../media/image3.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image" Target="../media/image4.png"/><Relationship Id="rId1" Type="http://schemas.openxmlformats.org/officeDocument/2006/relationships/slideLayout" Target="../slideLayouts/slideLayout5.xml"/><Relationship Id="rId4" Type="http://schemas.openxmlformats.org/officeDocument/2006/relationships/image" Target="../media/image6.png"/></Relationships>
</file>

<file path=ppt/slides/_rels/slide4.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image" Target="../media/image10.png"/><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image" Target="../media/image11.png"/><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2.xml.rels><?xml version="1.0" encoding="UTF-8" standalone="yes"?>
<Relationships xmlns="http://schemas.openxmlformats.org/package/2006/relationships"><Relationship Id="rId2" Type="http://schemas.openxmlformats.org/officeDocument/2006/relationships/image" Target="../media/image12.png"/><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2" Type="http://schemas.openxmlformats.org/officeDocument/2006/relationships/image" Target="../media/image13.png"/><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2" Type="http://schemas.openxmlformats.org/officeDocument/2006/relationships/image" Target="../media/image14.png"/><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ím 1"/>
          <p:cNvSpPr>
            <a:spLocks noGrp="1"/>
          </p:cNvSpPr>
          <p:nvPr>
            <p:ph type="ctrTitle"/>
          </p:nvPr>
        </p:nvSpPr>
        <p:spPr>
          <a:xfrm>
            <a:off x="1491639" y="3642029"/>
            <a:ext cx="9144000" cy="2387600"/>
          </a:xfrm>
        </p:spPr>
        <p:txBody>
          <a:bodyPr/>
          <a:lstStyle/>
          <a:p>
            <a:r>
              <a:rPr lang="hu-HU" dirty="0" err="1"/>
              <a:t>IQInfinity</a:t>
            </a:r>
            <a:endParaRPr lang="hu-HU" dirty="0"/>
          </a:p>
        </p:txBody>
      </p:sp>
      <p:pic>
        <p:nvPicPr>
          <p:cNvPr id="4" name="Kép 3"/>
          <p:cNvPicPr/>
          <p:nvPr/>
        </p:nvPicPr>
        <p:blipFill>
          <a:blip r:embed="rId2">
            <a:extLst>
              <a:ext uri="{28A0092B-C50C-407E-A947-70E740481C1C}">
                <a14:useLocalDpi xmlns:a14="http://schemas.microsoft.com/office/drawing/2010/main" val="0"/>
              </a:ext>
            </a:extLst>
          </a:blip>
          <a:srcRect/>
          <a:stretch>
            <a:fillRect/>
          </a:stretch>
        </p:blipFill>
        <p:spPr bwMode="auto">
          <a:xfrm>
            <a:off x="3412929" y="518539"/>
            <a:ext cx="2477673" cy="1641511"/>
          </a:xfrm>
          <a:prstGeom prst="rect">
            <a:avLst/>
          </a:prstGeom>
          <a:noFill/>
          <a:ln>
            <a:noFill/>
          </a:ln>
        </p:spPr>
      </p:pic>
      <p:pic>
        <p:nvPicPr>
          <p:cNvPr id="5" name="Kép 4"/>
          <p:cNvPicPr/>
          <p:nvPr/>
        </p:nvPicPr>
        <p:blipFill>
          <a:blip r:embed="rId3">
            <a:extLst>
              <a:ext uri="{28A0092B-C50C-407E-A947-70E740481C1C}">
                <a14:useLocalDpi xmlns:a14="http://schemas.microsoft.com/office/drawing/2010/main" val="0"/>
              </a:ext>
            </a:extLst>
          </a:blip>
          <a:srcRect/>
          <a:stretch>
            <a:fillRect/>
          </a:stretch>
        </p:blipFill>
        <p:spPr bwMode="auto">
          <a:xfrm>
            <a:off x="6236677" y="518539"/>
            <a:ext cx="2502876" cy="1612301"/>
          </a:xfrm>
          <a:prstGeom prst="rect">
            <a:avLst/>
          </a:prstGeom>
          <a:noFill/>
          <a:ln>
            <a:noFill/>
          </a:ln>
        </p:spPr>
      </p:pic>
      <p:pic>
        <p:nvPicPr>
          <p:cNvPr id="1027" name="Picture 3" descr="logo"/>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4310734" y="2160050"/>
            <a:ext cx="3505811" cy="350581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extLst>
      <p:ext uri="{BB962C8B-B14F-4D97-AF65-F5344CB8AC3E}">
        <p14:creationId xmlns:p14="http://schemas.microsoft.com/office/powerpoint/2010/main" val="3735943500"/>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ím 1"/>
          <p:cNvSpPr>
            <a:spLocks noGrp="1"/>
          </p:cNvSpPr>
          <p:nvPr>
            <p:ph type="title"/>
          </p:nvPr>
        </p:nvSpPr>
        <p:spPr/>
        <p:txBody>
          <a:bodyPr/>
          <a:lstStyle/>
          <a:p>
            <a:pPr algn="ctr"/>
            <a:r>
              <a:rPr lang="hu-HU" b="1" dirty="0"/>
              <a:t>Bevezető</a:t>
            </a:r>
          </a:p>
        </p:txBody>
      </p:sp>
      <p:sp>
        <p:nvSpPr>
          <p:cNvPr id="3" name="Tartalom helye 2"/>
          <p:cNvSpPr>
            <a:spLocks noGrp="1"/>
          </p:cNvSpPr>
          <p:nvPr>
            <p:ph idx="1"/>
          </p:nvPr>
        </p:nvSpPr>
        <p:spPr/>
        <p:txBody>
          <a:bodyPr>
            <a:normAutofit lnSpcReduction="10000"/>
          </a:bodyPr>
          <a:lstStyle/>
          <a:p>
            <a:pPr marL="0" indent="0" algn="just">
              <a:lnSpc>
                <a:spcPct val="150000"/>
              </a:lnSpc>
              <a:buNone/>
            </a:pPr>
            <a:r>
              <a:rPr lang="hu-HU" dirty="0"/>
              <a:t>A Honfoglaló megszűnése hatalmas űrt hagyott a szívünkben, ezért az az ötletünk támadt, hogy az évvégi vizsgára egy kiválasztós kérdéses (kvíz) játékprogramot fogunk készíteni. Esténként, amikor unatkozunk, a New York Times játékait szoktuk töltögetni, de sajnos csak napi egyet lehet ingyen kitölteni. Mivel a hatalmas infláció miatt nem engedhetjük meg magunknak a New York Times fizetős szolgáltatását, elhatároztuk, hogy a saját játékunk teljesen ingyenes lesz.</a:t>
            </a:r>
          </a:p>
        </p:txBody>
      </p:sp>
    </p:spTree>
    <p:extLst>
      <p:ext uri="{BB962C8B-B14F-4D97-AF65-F5344CB8AC3E}">
        <p14:creationId xmlns:p14="http://schemas.microsoft.com/office/powerpoint/2010/main" val="1452158427"/>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ím 1"/>
          <p:cNvSpPr>
            <a:spLocks noGrp="1"/>
          </p:cNvSpPr>
          <p:nvPr>
            <p:ph type="title"/>
          </p:nvPr>
        </p:nvSpPr>
        <p:spPr>
          <a:xfrm>
            <a:off x="839788" y="347540"/>
            <a:ext cx="10515600" cy="1325563"/>
          </a:xfrm>
        </p:spPr>
        <p:txBody>
          <a:bodyPr/>
          <a:lstStyle/>
          <a:p>
            <a:pPr algn="ctr"/>
            <a:r>
              <a:rPr lang="hu-HU" b="1" dirty="0"/>
              <a:t>Munkafelosztás</a:t>
            </a:r>
          </a:p>
        </p:txBody>
      </p:sp>
      <p:sp>
        <p:nvSpPr>
          <p:cNvPr id="3" name="Szöveg helye 2"/>
          <p:cNvSpPr>
            <a:spLocks noGrp="1"/>
          </p:cNvSpPr>
          <p:nvPr>
            <p:ph type="body" idx="1"/>
          </p:nvPr>
        </p:nvSpPr>
        <p:spPr>
          <a:xfrm>
            <a:off x="839788" y="1681163"/>
            <a:ext cx="3371727" cy="823912"/>
          </a:xfrm>
        </p:spPr>
        <p:txBody>
          <a:bodyPr/>
          <a:lstStyle/>
          <a:p>
            <a:pPr algn="ctr"/>
            <a:r>
              <a:rPr lang="hu-HU" dirty="0" err="1"/>
              <a:t>Biró</a:t>
            </a:r>
            <a:r>
              <a:rPr lang="hu-HU" dirty="0"/>
              <a:t> Márk</a:t>
            </a:r>
          </a:p>
        </p:txBody>
      </p:sp>
      <p:sp>
        <p:nvSpPr>
          <p:cNvPr id="4" name="Tartalom helye 3"/>
          <p:cNvSpPr>
            <a:spLocks noGrp="1"/>
          </p:cNvSpPr>
          <p:nvPr>
            <p:ph sz="half" idx="2"/>
          </p:nvPr>
        </p:nvSpPr>
        <p:spPr>
          <a:xfrm>
            <a:off x="839788" y="2505075"/>
            <a:ext cx="3371727" cy="3684588"/>
          </a:xfrm>
        </p:spPr>
        <p:txBody>
          <a:bodyPr/>
          <a:lstStyle/>
          <a:p>
            <a:pPr marL="0" indent="0" algn="ctr">
              <a:buNone/>
            </a:pPr>
            <a:endParaRPr lang="hu-HU" b="1" dirty="0"/>
          </a:p>
          <a:p>
            <a:pPr marL="0" indent="0" algn="ctr">
              <a:buNone/>
            </a:pPr>
            <a:r>
              <a:rPr lang="hu-HU" b="1" dirty="0"/>
              <a:t>Frontend</a:t>
            </a:r>
          </a:p>
          <a:p>
            <a:pPr marL="0" indent="0" algn="ctr">
              <a:buNone/>
            </a:pPr>
            <a:endParaRPr lang="hu-HU" b="1" dirty="0"/>
          </a:p>
          <a:p>
            <a:pPr marL="0" indent="0" algn="ctr">
              <a:buNone/>
            </a:pPr>
            <a:endParaRPr lang="hu-HU" b="1" dirty="0"/>
          </a:p>
        </p:txBody>
      </p:sp>
      <p:sp>
        <p:nvSpPr>
          <p:cNvPr id="5" name="Szöveg helye 4"/>
          <p:cNvSpPr>
            <a:spLocks noGrp="1"/>
          </p:cNvSpPr>
          <p:nvPr>
            <p:ph type="body" sz="quarter" idx="3"/>
          </p:nvPr>
        </p:nvSpPr>
        <p:spPr>
          <a:xfrm>
            <a:off x="4466493" y="1681163"/>
            <a:ext cx="3376246" cy="823912"/>
          </a:xfrm>
        </p:spPr>
        <p:txBody>
          <a:bodyPr/>
          <a:lstStyle/>
          <a:p>
            <a:pPr algn="ctr"/>
            <a:r>
              <a:rPr lang="hu-HU" dirty="0" err="1"/>
              <a:t>Karanyicz</a:t>
            </a:r>
            <a:r>
              <a:rPr lang="hu-HU" dirty="0"/>
              <a:t> Gábor</a:t>
            </a:r>
          </a:p>
        </p:txBody>
      </p:sp>
      <p:sp>
        <p:nvSpPr>
          <p:cNvPr id="6" name="Tartalom helye 5"/>
          <p:cNvSpPr>
            <a:spLocks noGrp="1"/>
          </p:cNvSpPr>
          <p:nvPr>
            <p:ph sz="quarter" idx="4"/>
          </p:nvPr>
        </p:nvSpPr>
        <p:spPr>
          <a:xfrm>
            <a:off x="4466491" y="2505075"/>
            <a:ext cx="3376248" cy="3870509"/>
          </a:xfrm>
        </p:spPr>
        <p:txBody>
          <a:bodyPr/>
          <a:lstStyle/>
          <a:p>
            <a:pPr marL="0" indent="0" algn="ctr">
              <a:buNone/>
            </a:pPr>
            <a:endParaRPr lang="hu-HU" b="1" dirty="0"/>
          </a:p>
          <a:p>
            <a:pPr marL="0" indent="0" algn="ctr">
              <a:buNone/>
            </a:pPr>
            <a:r>
              <a:rPr lang="hu-HU" b="1" dirty="0"/>
              <a:t>Backend</a:t>
            </a:r>
          </a:p>
        </p:txBody>
      </p:sp>
      <p:pic>
        <p:nvPicPr>
          <p:cNvPr id="2050" name="Picture 2" descr="React Logo SVG"/>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477901" y="3662362"/>
            <a:ext cx="2095500" cy="1933576"/>
          </a:xfrm>
          <a:prstGeom prst="rect">
            <a:avLst/>
          </a:prstGeom>
          <a:noFill/>
          <a:extLst>
            <a:ext uri="{909E8E84-426E-40DD-AFC4-6F175D3DCCD1}">
              <a14:hiddenFill xmlns:a14="http://schemas.microsoft.com/office/drawing/2010/main">
                <a:solidFill>
                  <a:srgbClr val="FFFFFF"/>
                </a:solidFill>
              </a14:hiddenFill>
            </a:ext>
          </a:extLst>
        </p:spPr>
      </p:pic>
      <p:sp>
        <p:nvSpPr>
          <p:cNvPr id="9" name="Tartalom helye 5"/>
          <p:cNvSpPr txBox="1">
            <a:spLocks/>
          </p:cNvSpPr>
          <p:nvPr/>
        </p:nvSpPr>
        <p:spPr>
          <a:xfrm>
            <a:off x="8335106" y="2513135"/>
            <a:ext cx="3020282" cy="3676528"/>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ctr">
              <a:buNone/>
            </a:pPr>
            <a:endParaRPr lang="hu-HU" b="1" dirty="0"/>
          </a:p>
          <a:p>
            <a:pPr marL="0" indent="0" algn="ctr">
              <a:buNone/>
            </a:pPr>
            <a:r>
              <a:rPr lang="hu-HU" b="1" dirty="0" err="1"/>
              <a:t>Database</a:t>
            </a:r>
            <a:endParaRPr lang="hu-HU" b="1" dirty="0"/>
          </a:p>
        </p:txBody>
      </p:sp>
      <p:pic>
        <p:nvPicPr>
          <p:cNvPr id="2052" name="Picture 4" descr=" "/>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5202116" y="3662362"/>
            <a:ext cx="1905000" cy="1905000"/>
          </a:xfrm>
          <a:prstGeom prst="rect">
            <a:avLst/>
          </a:prstGeom>
          <a:noFill/>
          <a:extLst>
            <a:ext uri="{909E8E84-426E-40DD-AFC4-6F175D3DCCD1}">
              <a14:hiddenFill xmlns:a14="http://schemas.microsoft.com/office/drawing/2010/main">
                <a:solidFill>
                  <a:srgbClr val="FFFFFF"/>
                </a:solidFill>
              </a14:hiddenFill>
            </a:ext>
          </a:extLst>
        </p:spPr>
      </p:pic>
      <p:sp>
        <p:nvSpPr>
          <p:cNvPr id="11" name="Szöveg helye 4"/>
          <p:cNvSpPr txBox="1">
            <a:spLocks/>
          </p:cNvSpPr>
          <p:nvPr/>
        </p:nvSpPr>
        <p:spPr>
          <a:xfrm>
            <a:off x="8163780" y="1681163"/>
            <a:ext cx="3191608" cy="823912"/>
          </a:xfrm>
          <a:prstGeom prst="rect">
            <a:avLst/>
          </a:prstGeom>
        </p:spPr>
        <p:txBody>
          <a:bodyPr vert="horz" lIns="91440" tIns="45720" rIns="91440" bIns="45720" rtlCol="0" anchor="b">
            <a:normAutofit/>
          </a:bodyPr>
          <a:lstStyle>
            <a:lvl1pPr marL="0" indent="0" algn="l" defTabSz="914400" rtl="0" eaLnBrk="1" latinLnBrk="0" hangingPunct="1">
              <a:lnSpc>
                <a:spcPct val="90000"/>
              </a:lnSpc>
              <a:spcBef>
                <a:spcPts val="1000"/>
              </a:spcBef>
              <a:buFont typeface="Arial" panose="020B0604020202020204" pitchFamily="34" charset="0"/>
              <a:buNone/>
              <a:defRPr sz="2400" b="1" kern="1200">
                <a:solidFill>
                  <a:schemeClr val="tx1"/>
                </a:solidFill>
                <a:latin typeface="+mn-lt"/>
                <a:ea typeface="+mn-ea"/>
                <a:cs typeface="+mn-cs"/>
              </a:defRPr>
            </a:lvl1pPr>
            <a:lvl2pPr marL="457200" indent="0" algn="l" defTabSz="914400" rtl="0" eaLnBrk="1" latinLnBrk="0" hangingPunct="1">
              <a:lnSpc>
                <a:spcPct val="90000"/>
              </a:lnSpc>
              <a:spcBef>
                <a:spcPts val="500"/>
              </a:spcBef>
              <a:buFont typeface="Arial" panose="020B0604020202020204" pitchFamily="34" charset="0"/>
              <a:buNone/>
              <a:defRPr sz="2000" b="1" kern="1200">
                <a:solidFill>
                  <a:schemeClr val="tx1"/>
                </a:solidFill>
                <a:latin typeface="+mn-lt"/>
                <a:ea typeface="+mn-ea"/>
                <a:cs typeface="+mn-cs"/>
              </a:defRPr>
            </a:lvl2pPr>
            <a:lvl3pPr marL="914400" indent="0" algn="l" defTabSz="914400" rtl="0" eaLnBrk="1" latinLnBrk="0" hangingPunct="1">
              <a:lnSpc>
                <a:spcPct val="90000"/>
              </a:lnSpc>
              <a:spcBef>
                <a:spcPts val="500"/>
              </a:spcBef>
              <a:buFont typeface="Arial" panose="020B0604020202020204" pitchFamily="34" charset="0"/>
              <a:buNone/>
              <a:defRPr sz="1800" b="1" kern="1200">
                <a:solidFill>
                  <a:schemeClr val="tx1"/>
                </a:solidFill>
                <a:latin typeface="+mn-lt"/>
                <a:ea typeface="+mn-ea"/>
                <a:cs typeface="+mn-cs"/>
              </a:defRPr>
            </a:lvl3pPr>
            <a:lvl4pPr marL="1371600" indent="0" algn="l" defTabSz="914400" rtl="0" eaLnBrk="1" latinLnBrk="0" hangingPunct="1">
              <a:lnSpc>
                <a:spcPct val="90000"/>
              </a:lnSpc>
              <a:spcBef>
                <a:spcPts val="500"/>
              </a:spcBef>
              <a:buFont typeface="Arial" panose="020B0604020202020204" pitchFamily="34" charset="0"/>
              <a:buNone/>
              <a:defRPr sz="1600" b="1" kern="1200">
                <a:solidFill>
                  <a:schemeClr val="tx1"/>
                </a:solidFill>
                <a:latin typeface="+mn-lt"/>
                <a:ea typeface="+mn-ea"/>
                <a:cs typeface="+mn-cs"/>
              </a:defRPr>
            </a:lvl4pPr>
            <a:lvl5pPr marL="1828800" indent="0" algn="l" defTabSz="914400" rtl="0" eaLnBrk="1" latinLnBrk="0" hangingPunct="1">
              <a:lnSpc>
                <a:spcPct val="90000"/>
              </a:lnSpc>
              <a:spcBef>
                <a:spcPts val="500"/>
              </a:spcBef>
              <a:buFont typeface="Arial" panose="020B0604020202020204" pitchFamily="34" charset="0"/>
              <a:buNone/>
              <a:defRPr sz="1600" b="1" kern="1200">
                <a:solidFill>
                  <a:schemeClr val="tx1"/>
                </a:solidFill>
                <a:latin typeface="+mn-lt"/>
                <a:ea typeface="+mn-ea"/>
                <a:cs typeface="+mn-cs"/>
              </a:defRPr>
            </a:lvl5pPr>
            <a:lvl6pPr marL="2286000" indent="0" algn="l" defTabSz="914400" rtl="0" eaLnBrk="1" latinLnBrk="0" hangingPunct="1">
              <a:lnSpc>
                <a:spcPct val="90000"/>
              </a:lnSpc>
              <a:spcBef>
                <a:spcPts val="500"/>
              </a:spcBef>
              <a:buFont typeface="Arial" panose="020B0604020202020204" pitchFamily="34" charset="0"/>
              <a:buNone/>
              <a:defRPr sz="1600" b="1" kern="1200">
                <a:solidFill>
                  <a:schemeClr val="tx1"/>
                </a:solidFill>
                <a:latin typeface="+mn-lt"/>
                <a:ea typeface="+mn-ea"/>
                <a:cs typeface="+mn-cs"/>
              </a:defRPr>
            </a:lvl6pPr>
            <a:lvl7pPr marL="2743200" indent="0" algn="l" defTabSz="914400" rtl="0" eaLnBrk="1" latinLnBrk="0" hangingPunct="1">
              <a:lnSpc>
                <a:spcPct val="90000"/>
              </a:lnSpc>
              <a:spcBef>
                <a:spcPts val="500"/>
              </a:spcBef>
              <a:buFont typeface="Arial" panose="020B0604020202020204" pitchFamily="34" charset="0"/>
              <a:buNone/>
              <a:defRPr sz="1600" b="1" kern="1200">
                <a:solidFill>
                  <a:schemeClr val="tx1"/>
                </a:solidFill>
                <a:latin typeface="+mn-lt"/>
                <a:ea typeface="+mn-ea"/>
                <a:cs typeface="+mn-cs"/>
              </a:defRPr>
            </a:lvl7pPr>
            <a:lvl8pPr marL="3200400" indent="0" algn="l" defTabSz="914400" rtl="0" eaLnBrk="1" latinLnBrk="0" hangingPunct="1">
              <a:lnSpc>
                <a:spcPct val="90000"/>
              </a:lnSpc>
              <a:spcBef>
                <a:spcPts val="500"/>
              </a:spcBef>
              <a:buFont typeface="Arial" panose="020B0604020202020204" pitchFamily="34" charset="0"/>
              <a:buNone/>
              <a:defRPr sz="1600" b="1" kern="1200">
                <a:solidFill>
                  <a:schemeClr val="tx1"/>
                </a:solidFill>
                <a:latin typeface="+mn-lt"/>
                <a:ea typeface="+mn-ea"/>
                <a:cs typeface="+mn-cs"/>
              </a:defRPr>
            </a:lvl8pPr>
            <a:lvl9pPr marL="3657600" indent="0" algn="l" defTabSz="914400" rtl="0" eaLnBrk="1" latinLnBrk="0" hangingPunct="1">
              <a:lnSpc>
                <a:spcPct val="90000"/>
              </a:lnSpc>
              <a:spcBef>
                <a:spcPts val="500"/>
              </a:spcBef>
              <a:buFont typeface="Arial" panose="020B0604020202020204" pitchFamily="34" charset="0"/>
              <a:buNone/>
              <a:defRPr sz="1600" b="1" kern="1200">
                <a:solidFill>
                  <a:schemeClr val="tx1"/>
                </a:solidFill>
                <a:latin typeface="+mn-lt"/>
                <a:ea typeface="+mn-ea"/>
                <a:cs typeface="+mn-cs"/>
              </a:defRPr>
            </a:lvl9pPr>
          </a:lstStyle>
          <a:p>
            <a:pPr algn="ctr"/>
            <a:r>
              <a:rPr lang="hu-HU" dirty="0" err="1"/>
              <a:t>Peremiczky</a:t>
            </a:r>
            <a:r>
              <a:rPr lang="hu-HU" dirty="0"/>
              <a:t> István</a:t>
            </a:r>
          </a:p>
        </p:txBody>
      </p:sp>
      <p:pic>
        <p:nvPicPr>
          <p:cNvPr id="2053" name="Picture 5" descr="MySQL_textlogo"/>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8335106" y="4192251"/>
            <a:ext cx="2972909" cy="88091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extLst>
      <p:ext uri="{BB962C8B-B14F-4D97-AF65-F5344CB8AC3E}">
        <p14:creationId xmlns:p14="http://schemas.microsoft.com/office/powerpoint/2010/main" val="286213299"/>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ím 1"/>
          <p:cNvSpPr>
            <a:spLocks noGrp="1"/>
          </p:cNvSpPr>
          <p:nvPr>
            <p:ph type="title"/>
          </p:nvPr>
        </p:nvSpPr>
        <p:spPr/>
        <p:txBody>
          <a:bodyPr/>
          <a:lstStyle/>
          <a:p>
            <a:pPr algn="ctr"/>
            <a:r>
              <a:rPr lang="hu-HU" dirty="0"/>
              <a:t>Frontend </a:t>
            </a:r>
            <a:r>
              <a:rPr lang="hu-HU" dirty="0" err="1"/>
              <a:t>React</a:t>
            </a:r>
            <a:endParaRPr lang="hu-HU" dirty="0"/>
          </a:p>
        </p:txBody>
      </p:sp>
      <p:sp>
        <p:nvSpPr>
          <p:cNvPr id="3" name="Tartalom helye 2"/>
          <p:cNvSpPr>
            <a:spLocks noGrp="1"/>
          </p:cNvSpPr>
          <p:nvPr>
            <p:ph idx="1"/>
          </p:nvPr>
        </p:nvSpPr>
        <p:spPr/>
        <p:txBody>
          <a:bodyPr>
            <a:normAutofit/>
          </a:bodyPr>
          <a:lstStyle/>
          <a:p>
            <a:pPr marL="0" indent="0" algn="just">
              <a:lnSpc>
                <a:spcPct val="150000"/>
              </a:lnSpc>
              <a:buNone/>
            </a:pPr>
            <a:r>
              <a:rPr lang="hu-HU" dirty="0"/>
              <a:t>A </a:t>
            </a:r>
            <a:r>
              <a:rPr lang="hu-HU" dirty="0" err="1"/>
              <a:t>React</a:t>
            </a:r>
            <a:r>
              <a:rPr lang="hu-HU" dirty="0"/>
              <a:t> egy népszerű JavaScript könyvtár, amelyet interaktív felhasználói felületek létrehozására használnak. A </a:t>
            </a:r>
            <a:r>
              <a:rPr lang="hu-HU" dirty="0" err="1"/>
              <a:t>React</a:t>
            </a:r>
            <a:r>
              <a:rPr lang="hu-HU" dirty="0"/>
              <a:t> segítségével a fejlesztők </a:t>
            </a:r>
            <a:r>
              <a:rPr lang="hu-HU" dirty="0" err="1"/>
              <a:t>újrahasznosítható</a:t>
            </a:r>
            <a:r>
              <a:rPr lang="hu-HU" dirty="0"/>
              <a:t> komponenseket hozhatnak létre, amelyek dinamikusan frissíthetik a felhasználói felületet anélkül, hogy az egész oldalt újra kellene tölteni.</a:t>
            </a:r>
          </a:p>
        </p:txBody>
      </p:sp>
      <p:pic>
        <p:nvPicPr>
          <p:cNvPr id="4" name="Kép 3"/>
          <p:cNvPicPr/>
          <p:nvPr/>
        </p:nvPicPr>
        <p:blipFill>
          <a:blip r:embed="rId2"/>
          <a:stretch>
            <a:fillRect/>
          </a:stretch>
        </p:blipFill>
        <p:spPr>
          <a:xfrm>
            <a:off x="3215640" y="178911"/>
            <a:ext cx="5760720" cy="1697990"/>
          </a:xfrm>
          <a:prstGeom prst="rect">
            <a:avLst/>
          </a:prstGeom>
        </p:spPr>
      </p:pic>
    </p:spTree>
    <p:extLst>
      <p:ext uri="{BB962C8B-B14F-4D97-AF65-F5344CB8AC3E}">
        <p14:creationId xmlns:p14="http://schemas.microsoft.com/office/powerpoint/2010/main" val="2029657237"/>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ím 1"/>
          <p:cNvSpPr>
            <a:spLocks noGrp="1"/>
          </p:cNvSpPr>
          <p:nvPr>
            <p:ph type="title"/>
          </p:nvPr>
        </p:nvSpPr>
        <p:spPr/>
        <p:txBody>
          <a:bodyPr>
            <a:normAutofit/>
          </a:bodyPr>
          <a:lstStyle/>
          <a:p>
            <a:pPr algn="ctr"/>
            <a:r>
              <a:rPr lang="hu-HU" sz="800" b="1" dirty="0"/>
              <a:t>Backend (Web API, ASP.NET CORE)</a:t>
            </a:r>
          </a:p>
        </p:txBody>
      </p:sp>
      <p:sp>
        <p:nvSpPr>
          <p:cNvPr id="3" name="Tartalom helye 2"/>
          <p:cNvSpPr>
            <a:spLocks noGrp="1"/>
          </p:cNvSpPr>
          <p:nvPr>
            <p:ph idx="1"/>
          </p:nvPr>
        </p:nvSpPr>
        <p:spPr/>
        <p:txBody>
          <a:bodyPr>
            <a:noAutofit/>
          </a:bodyPr>
          <a:lstStyle/>
          <a:p>
            <a:pPr marL="0" indent="0" algn="just">
              <a:lnSpc>
                <a:spcPct val="150000"/>
              </a:lnSpc>
              <a:buNone/>
            </a:pPr>
            <a:r>
              <a:rPr lang="hu-HU" sz="2400" dirty="0"/>
              <a:t>A backend fejlesztés egy kritikus komponense a webalkalmazásoknak, amely a szerveroldali logikára, adatbázis-kezelésre és API-</a:t>
            </a:r>
            <a:r>
              <a:rPr lang="hu-HU" sz="2400" dirty="0" err="1"/>
              <a:t>kra</a:t>
            </a:r>
            <a:r>
              <a:rPr lang="hu-HU" sz="2400" dirty="0"/>
              <a:t> összpontosít, hogy biztosítsa a kliens és a szerver közötti sima interakciókat. A backend fejlesztés magában foglalja a szerverek kezelését, amelyek a kliens kéréseket és válaszokat dolgozzák fel, valamint az adatbázisokat, amelyek biztonságosan és hatékonyan tárolják az adatokat. Az API-k (alkalmazásprogramozási interfészek) közvetítőként működnek a frontend és a backend között, lehetővé téve az adatcserét HTTP metódusok segítségével, mint például a GET, POST, PUT és DELETE.</a:t>
            </a:r>
          </a:p>
        </p:txBody>
      </p:sp>
      <p:pic>
        <p:nvPicPr>
          <p:cNvPr id="4" name="Picture 4" descr=" "/>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143500" y="57821"/>
            <a:ext cx="1905000" cy="190500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4007656153"/>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ím 1"/>
          <p:cNvSpPr>
            <a:spLocks noGrp="1"/>
          </p:cNvSpPr>
          <p:nvPr>
            <p:ph type="title"/>
          </p:nvPr>
        </p:nvSpPr>
        <p:spPr/>
        <p:txBody>
          <a:bodyPr/>
          <a:lstStyle/>
          <a:p>
            <a:endParaRPr lang="hu-HU" dirty="0"/>
          </a:p>
        </p:txBody>
      </p:sp>
      <p:sp>
        <p:nvSpPr>
          <p:cNvPr id="3" name="Tartalom helye 2"/>
          <p:cNvSpPr>
            <a:spLocks noGrp="1"/>
          </p:cNvSpPr>
          <p:nvPr>
            <p:ph idx="1"/>
          </p:nvPr>
        </p:nvSpPr>
        <p:spPr/>
        <p:txBody>
          <a:bodyPr>
            <a:noAutofit/>
          </a:bodyPr>
          <a:lstStyle/>
          <a:p>
            <a:pPr marL="0" indent="0" algn="just">
              <a:lnSpc>
                <a:spcPct val="150000"/>
              </a:lnSpc>
              <a:buNone/>
            </a:pPr>
            <a:r>
              <a:rPr lang="hu-HU" dirty="0"/>
              <a:t>Az adatbázis egy szervezett gyűjtemény, amely lehetővé teszi az adatok strukturált tárolását és kezelését. A </a:t>
            </a:r>
            <a:r>
              <a:rPr lang="hu-HU" dirty="0" err="1"/>
              <a:t>MySQL</a:t>
            </a:r>
            <a:r>
              <a:rPr lang="hu-HU" dirty="0"/>
              <a:t> egy népszerű nyílt forráskódú adatbázis-kezelő rendszer, amelyet webes alkalmazásokhoz gyakran használnak. Az adatbázis táblákból áll, ahol az egyes táblák sorokat és oszlopokat tartalmaznak, hasonlóan egy táblázathoz. Minden sor egy rekordot reprezentál, míg az oszlopok az </a:t>
            </a:r>
            <a:r>
              <a:rPr lang="hu-HU" dirty="0" err="1"/>
              <a:t>adatmezőket</a:t>
            </a:r>
            <a:r>
              <a:rPr lang="hu-HU" dirty="0"/>
              <a:t> jelölik.</a:t>
            </a:r>
          </a:p>
        </p:txBody>
      </p:sp>
      <p:pic>
        <p:nvPicPr>
          <p:cNvPr id="3075" name="Picture 3" descr="MySQL_textlogo"/>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4309268" y="498474"/>
            <a:ext cx="3573463" cy="10588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extLst>
      <p:ext uri="{BB962C8B-B14F-4D97-AF65-F5344CB8AC3E}">
        <p14:creationId xmlns:p14="http://schemas.microsoft.com/office/powerpoint/2010/main" val="80170986"/>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ím 1"/>
          <p:cNvSpPr>
            <a:spLocks noGrp="1"/>
          </p:cNvSpPr>
          <p:nvPr>
            <p:ph type="title"/>
          </p:nvPr>
        </p:nvSpPr>
        <p:spPr/>
        <p:txBody>
          <a:bodyPr/>
          <a:lstStyle/>
          <a:p>
            <a:pPr algn="ctr"/>
            <a:r>
              <a:rPr lang="hu-HU" b="1" dirty="0" err="1"/>
              <a:t>Github</a:t>
            </a:r>
            <a:endParaRPr lang="hu-HU" b="1" dirty="0"/>
          </a:p>
        </p:txBody>
      </p:sp>
      <p:pic>
        <p:nvPicPr>
          <p:cNvPr id="4" name="Tartalom helye 3"/>
          <p:cNvPicPr>
            <a:picLocks noGrp="1" noChangeAspect="1"/>
          </p:cNvPicPr>
          <p:nvPr>
            <p:ph idx="1"/>
          </p:nvPr>
        </p:nvPicPr>
        <p:blipFill>
          <a:blip r:embed="rId2"/>
          <a:stretch>
            <a:fillRect/>
          </a:stretch>
        </p:blipFill>
        <p:spPr>
          <a:xfrm>
            <a:off x="838200" y="1980345"/>
            <a:ext cx="10471120" cy="4024802"/>
          </a:xfrm>
          <a:prstGeom prst="rect">
            <a:avLst/>
          </a:prstGeom>
        </p:spPr>
      </p:pic>
    </p:spTree>
    <p:extLst>
      <p:ext uri="{BB962C8B-B14F-4D97-AF65-F5344CB8AC3E}">
        <p14:creationId xmlns:p14="http://schemas.microsoft.com/office/powerpoint/2010/main" val="3632783989"/>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ím 1"/>
          <p:cNvSpPr>
            <a:spLocks noGrp="1"/>
          </p:cNvSpPr>
          <p:nvPr>
            <p:ph type="title"/>
          </p:nvPr>
        </p:nvSpPr>
        <p:spPr/>
        <p:txBody>
          <a:bodyPr/>
          <a:lstStyle/>
          <a:p>
            <a:pPr algn="ctr"/>
            <a:r>
              <a:rPr lang="hu-HU" b="1" dirty="0" err="1"/>
              <a:t>Branchek</a:t>
            </a:r>
            <a:endParaRPr lang="hu-HU" b="1" dirty="0"/>
          </a:p>
        </p:txBody>
      </p:sp>
      <p:pic>
        <p:nvPicPr>
          <p:cNvPr id="5" name="Tartalom helye 4"/>
          <p:cNvPicPr>
            <a:picLocks noGrp="1" noChangeAspect="1"/>
          </p:cNvPicPr>
          <p:nvPr>
            <p:ph idx="1"/>
          </p:nvPr>
        </p:nvPicPr>
        <p:blipFill>
          <a:blip r:embed="rId2"/>
          <a:stretch>
            <a:fillRect/>
          </a:stretch>
        </p:blipFill>
        <p:spPr>
          <a:xfrm>
            <a:off x="1525165" y="1825625"/>
            <a:ext cx="9141669" cy="4351338"/>
          </a:xfrm>
          <a:prstGeom prst="rect">
            <a:avLst/>
          </a:prstGeom>
        </p:spPr>
      </p:pic>
    </p:spTree>
    <p:extLst>
      <p:ext uri="{BB962C8B-B14F-4D97-AF65-F5344CB8AC3E}">
        <p14:creationId xmlns:p14="http://schemas.microsoft.com/office/powerpoint/2010/main" val="41976905"/>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ím 1"/>
          <p:cNvSpPr>
            <a:spLocks noGrp="1"/>
          </p:cNvSpPr>
          <p:nvPr>
            <p:ph type="title"/>
          </p:nvPr>
        </p:nvSpPr>
        <p:spPr/>
        <p:txBody>
          <a:bodyPr/>
          <a:lstStyle/>
          <a:p>
            <a:pPr algn="ctr"/>
            <a:r>
              <a:rPr lang="hu-HU" b="1" dirty="0" err="1"/>
              <a:t>Trello</a:t>
            </a:r>
            <a:endParaRPr lang="hu-HU" b="1" dirty="0"/>
          </a:p>
        </p:txBody>
      </p:sp>
      <p:pic>
        <p:nvPicPr>
          <p:cNvPr id="4" name="Tartalom helye 3">
            <a:extLst>
              <a:ext uri="{FF2B5EF4-FFF2-40B4-BE49-F238E27FC236}">
                <a16:creationId xmlns:a16="http://schemas.microsoft.com/office/drawing/2014/main" id="{667054AC-55C7-41F6-9FC9-B1F891D6BE51}"/>
              </a:ext>
            </a:extLst>
          </p:cNvPr>
          <p:cNvPicPr>
            <a:picLocks noGrp="1"/>
          </p:cNvPicPr>
          <p:nvPr>
            <p:ph idx="1"/>
          </p:nvPr>
        </p:nvPicPr>
        <p:blipFill>
          <a:blip r:embed="rId2" cstate="print">
            <a:extLst>
              <a:ext uri="{28A0092B-C50C-407E-A947-70E740481C1C}">
                <a14:useLocalDpi xmlns:a14="http://schemas.microsoft.com/office/drawing/2010/main" val="0"/>
              </a:ext>
            </a:extLst>
          </a:blip>
          <a:srcRect/>
          <a:stretch>
            <a:fillRect/>
          </a:stretch>
        </p:blipFill>
        <p:spPr bwMode="auto">
          <a:xfrm>
            <a:off x="1739033" y="1779464"/>
            <a:ext cx="8713933" cy="4171872"/>
          </a:xfrm>
          <a:prstGeom prst="rect">
            <a:avLst/>
          </a:prstGeom>
          <a:noFill/>
          <a:ln>
            <a:noFill/>
          </a:ln>
        </p:spPr>
      </p:pic>
    </p:spTree>
    <p:extLst>
      <p:ext uri="{BB962C8B-B14F-4D97-AF65-F5344CB8AC3E}">
        <p14:creationId xmlns:p14="http://schemas.microsoft.com/office/powerpoint/2010/main" val="1916872358"/>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ím 1"/>
          <p:cNvSpPr>
            <a:spLocks noGrp="1"/>
          </p:cNvSpPr>
          <p:nvPr>
            <p:ph type="title"/>
          </p:nvPr>
        </p:nvSpPr>
        <p:spPr/>
        <p:txBody>
          <a:bodyPr/>
          <a:lstStyle/>
          <a:p>
            <a:pPr algn="ctr"/>
            <a:r>
              <a:rPr lang="hu-HU" b="1" dirty="0"/>
              <a:t>Főoldal</a:t>
            </a:r>
          </a:p>
        </p:txBody>
      </p:sp>
      <p:pic>
        <p:nvPicPr>
          <p:cNvPr id="4" name="Tartalom helye 3"/>
          <p:cNvPicPr>
            <a:picLocks noGrp="1"/>
          </p:cNvPicPr>
          <p:nvPr>
            <p:ph idx="1"/>
          </p:nvPr>
        </p:nvPicPr>
        <p:blipFill>
          <a:blip r:embed="rId2" cstate="print">
            <a:extLst>
              <a:ext uri="{28A0092B-C50C-407E-A947-70E740481C1C}">
                <a14:useLocalDpi xmlns:a14="http://schemas.microsoft.com/office/drawing/2010/main" val="0"/>
              </a:ext>
            </a:extLst>
          </a:blip>
          <a:stretch>
            <a:fillRect/>
          </a:stretch>
        </p:blipFill>
        <p:spPr>
          <a:xfrm>
            <a:off x="1538021" y="1825625"/>
            <a:ext cx="9115957" cy="4351338"/>
          </a:xfrm>
          <a:prstGeom prst="rect">
            <a:avLst/>
          </a:prstGeom>
        </p:spPr>
      </p:pic>
    </p:spTree>
    <p:extLst>
      <p:ext uri="{BB962C8B-B14F-4D97-AF65-F5344CB8AC3E}">
        <p14:creationId xmlns:p14="http://schemas.microsoft.com/office/powerpoint/2010/main" val="1713506718"/>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ím 1">
            <a:extLst>
              <a:ext uri="{FF2B5EF4-FFF2-40B4-BE49-F238E27FC236}">
                <a16:creationId xmlns:a16="http://schemas.microsoft.com/office/drawing/2014/main" id="{F25D5EBF-061C-4863-9F50-609100484E20}"/>
              </a:ext>
            </a:extLst>
          </p:cNvPr>
          <p:cNvSpPr>
            <a:spLocks noGrp="1"/>
          </p:cNvSpPr>
          <p:nvPr>
            <p:ph type="title"/>
          </p:nvPr>
        </p:nvSpPr>
        <p:spPr/>
        <p:txBody>
          <a:bodyPr/>
          <a:lstStyle/>
          <a:p>
            <a:pPr algn="ctr"/>
            <a:r>
              <a:rPr lang="hu-HU" b="1" dirty="0"/>
              <a:t>Kommunikáció</a:t>
            </a:r>
          </a:p>
        </p:txBody>
      </p:sp>
      <p:sp>
        <p:nvSpPr>
          <p:cNvPr id="3" name="Szöveg helye 2">
            <a:extLst>
              <a:ext uri="{FF2B5EF4-FFF2-40B4-BE49-F238E27FC236}">
                <a16:creationId xmlns:a16="http://schemas.microsoft.com/office/drawing/2014/main" id="{9C877783-304B-4CD0-B764-C16A873CD110}"/>
              </a:ext>
            </a:extLst>
          </p:cNvPr>
          <p:cNvSpPr>
            <a:spLocks noGrp="1"/>
          </p:cNvSpPr>
          <p:nvPr>
            <p:ph type="body" idx="1"/>
          </p:nvPr>
        </p:nvSpPr>
        <p:spPr/>
        <p:txBody>
          <a:bodyPr/>
          <a:lstStyle/>
          <a:p>
            <a:pPr algn="ctr"/>
            <a:r>
              <a:rPr lang="hu-HU" dirty="0" err="1"/>
              <a:t>Discord</a:t>
            </a:r>
            <a:endParaRPr lang="hu-HU" dirty="0"/>
          </a:p>
        </p:txBody>
      </p:sp>
      <p:sp>
        <p:nvSpPr>
          <p:cNvPr id="4" name="Tartalom helye 3">
            <a:extLst>
              <a:ext uri="{FF2B5EF4-FFF2-40B4-BE49-F238E27FC236}">
                <a16:creationId xmlns:a16="http://schemas.microsoft.com/office/drawing/2014/main" id="{F05F275D-1E06-4141-B581-2D0E8B9E5881}"/>
              </a:ext>
            </a:extLst>
          </p:cNvPr>
          <p:cNvSpPr>
            <a:spLocks noGrp="1"/>
          </p:cNvSpPr>
          <p:nvPr>
            <p:ph sz="half" idx="2"/>
          </p:nvPr>
        </p:nvSpPr>
        <p:spPr/>
        <p:txBody>
          <a:bodyPr>
            <a:noAutofit/>
          </a:bodyPr>
          <a:lstStyle/>
          <a:p>
            <a:pPr marL="0" indent="0" algn="just">
              <a:lnSpc>
                <a:spcPct val="170000"/>
              </a:lnSpc>
              <a:buNone/>
            </a:pPr>
            <a:r>
              <a:rPr lang="hu-HU" sz="1600" dirty="0"/>
              <a:t>A </a:t>
            </a:r>
            <a:r>
              <a:rPr lang="hu-HU" sz="1600" dirty="0" err="1"/>
              <a:t>Discord</a:t>
            </a:r>
            <a:r>
              <a:rPr lang="hu-HU" sz="1600" dirty="0"/>
              <a:t> egy ingyenes kommunikációs platform, amelyet főként </a:t>
            </a:r>
            <a:r>
              <a:rPr lang="hu-HU" sz="1600" dirty="0" err="1"/>
              <a:t>gamerek</a:t>
            </a:r>
            <a:r>
              <a:rPr lang="hu-HU" sz="1600" dirty="0"/>
              <a:t> körében tettek népszerűvé, de mára már széles körben használják közösségek, tanulócsoportok és munkahelyi csapatok is. Lehetővé teszi a szöveges, hang- és videóalapú kommunikációt, valamint saját szerverek és csatornák létrehozását, ahol a felhasználók témák szerint tudnak beszélgetni. Egyszerű kezelhetősége és testreszabhatósága miatt sokan választják online közösségek kialakításához.</a:t>
            </a:r>
          </a:p>
        </p:txBody>
      </p:sp>
      <p:sp>
        <p:nvSpPr>
          <p:cNvPr id="5" name="Szöveg helye 4">
            <a:extLst>
              <a:ext uri="{FF2B5EF4-FFF2-40B4-BE49-F238E27FC236}">
                <a16:creationId xmlns:a16="http://schemas.microsoft.com/office/drawing/2014/main" id="{DF4DD81A-68FE-466D-91CA-3D9FF35E20FD}"/>
              </a:ext>
            </a:extLst>
          </p:cNvPr>
          <p:cNvSpPr>
            <a:spLocks noGrp="1"/>
          </p:cNvSpPr>
          <p:nvPr>
            <p:ph type="body" sz="quarter" idx="3"/>
          </p:nvPr>
        </p:nvSpPr>
        <p:spPr/>
        <p:txBody>
          <a:bodyPr/>
          <a:lstStyle/>
          <a:p>
            <a:pPr algn="ctr"/>
            <a:r>
              <a:rPr lang="hu-HU" dirty="0"/>
              <a:t>Messenger</a:t>
            </a:r>
          </a:p>
        </p:txBody>
      </p:sp>
      <p:sp>
        <p:nvSpPr>
          <p:cNvPr id="6" name="Tartalom helye 5">
            <a:extLst>
              <a:ext uri="{FF2B5EF4-FFF2-40B4-BE49-F238E27FC236}">
                <a16:creationId xmlns:a16="http://schemas.microsoft.com/office/drawing/2014/main" id="{E8040542-A79F-4BA8-B05D-BA5DEF0F0C08}"/>
              </a:ext>
            </a:extLst>
          </p:cNvPr>
          <p:cNvSpPr>
            <a:spLocks noGrp="1"/>
          </p:cNvSpPr>
          <p:nvPr>
            <p:ph sz="quarter" idx="4"/>
          </p:nvPr>
        </p:nvSpPr>
        <p:spPr/>
        <p:txBody>
          <a:bodyPr>
            <a:noAutofit/>
          </a:bodyPr>
          <a:lstStyle/>
          <a:p>
            <a:pPr marL="0" indent="0" algn="just">
              <a:lnSpc>
                <a:spcPct val="170000"/>
              </a:lnSpc>
              <a:buNone/>
            </a:pPr>
            <a:r>
              <a:rPr lang="hu-HU" sz="1600" dirty="0"/>
              <a:t>A Messenger a </a:t>
            </a:r>
            <a:r>
              <a:rPr lang="hu-HU" sz="1600" dirty="0" err="1"/>
              <a:t>Meta</a:t>
            </a:r>
            <a:r>
              <a:rPr lang="hu-HU" sz="1600" dirty="0"/>
              <a:t> (korábban Facebook) által fejlesztett üzenetküldő alkalmazás, amely lehetővé teszi a felhasználók számára, hogy szöveges üzeneteket, képeket, videókat és hangüzeneteket küldjenek egymásnak. Emellett támogatja a hang- és videóhívásokat is, valamint különféle matricákkal, </a:t>
            </a:r>
            <a:r>
              <a:rPr lang="hu-HU" sz="1600" dirty="0" err="1"/>
              <a:t>gifekkel</a:t>
            </a:r>
            <a:r>
              <a:rPr lang="hu-HU" sz="1600" dirty="0"/>
              <a:t> és reakciókkal színesíthetők a beszélgetések. A Messenger szorosan </a:t>
            </a:r>
            <a:r>
              <a:rPr lang="hu-HU" sz="1600" dirty="0" err="1"/>
              <a:t>integrálódik</a:t>
            </a:r>
            <a:r>
              <a:rPr lang="hu-HU" sz="1600" dirty="0"/>
              <a:t> a Facebookkal, de önálló alkalmazásként is használható okostelefonokon és weben keresztül.</a:t>
            </a:r>
          </a:p>
        </p:txBody>
      </p:sp>
    </p:spTree>
    <p:extLst>
      <p:ext uri="{BB962C8B-B14F-4D97-AF65-F5344CB8AC3E}">
        <p14:creationId xmlns:p14="http://schemas.microsoft.com/office/powerpoint/2010/main" val="236945355"/>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ím 1"/>
          <p:cNvSpPr>
            <a:spLocks noGrp="1"/>
          </p:cNvSpPr>
          <p:nvPr>
            <p:ph type="title"/>
          </p:nvPr>
        </p:nvSpPr>
        <p:spPr/>
        <p:txBody>
          <a:bodyPr/>
          <a:lstStyle/>
          <a:p>
            <a:pPr algn="ctr"/>
            <a:r>
              <a:rPr lang="hu-HU" b="1" dirty="0"/>
              <a:t>Regisztráció</a:t>
            </a:r>
          </a:p>
        </p:txBody>
      </p:sp>
      <p:pic>
        <p:nvPicPr>
          <p:cNvPr id="6" name="Tartalom helye 5">
            <a:extLst>
              <a:ext uri="{FF2B5EF4-FFF2-40B4-BE49-F238E27FC236}">
                <a16:creationId xmlns:a16="http://schemas.microsoft.com/office/drawing/2014/main" id="{5DF26970-D2C5-46B8-AD46-BB5AD9F27DC9}"/>
              </a:ext>
            </a:extLst>
          </p:cNvPr>
          <p:cNvPicPr>
            <a:picLocks noGrp="1" noChangeAspect="1"/>
          </p:cNvPicPr>
          <p:nvPr>
            <p:ph idx="1"/>
          </p:nvPr>
        </p:nvPicPr>
        <p:blipFill>
          <a:blip r:embed="rId2"/>
          <a:stretch>
            <a:fillRect/>
          </a:stretch>
        </p:blipFill>
        <p:spPr>
          <a:xfrm>
            <a:off x="1631884" y="1825625"/>
            <a:ext cx="8928231" cy="4351338"/>
          </a:xfrm>
          <a:prstGeom prst="rect">
            <a:avLst/>
          </a:prstGeom>
        </p:spPr>
      </p:pic>
    </p:spTree>
    <p:extLst>
      <p:ext uri="{BB962C8B-B14F-4D97-AF65-F5344CB8AC3E}">
        <p14:creationId xmlns:p14="http://schemas.microsoft.com/office/powerpoint/2010/main" val="1435331079"/>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ím 1"/>
          <p:cNvSpPr>
            <a:spLocks noGrp="1"/>
          </p:cNvSpPr>
          <p:nvPr>
            <p:ph type="title"/>
          </p:nvPr>
        </p:nvSpPr>
        <p:spPr/>
        <p:txBody>
          <a:bodyPr/>
          <a:lstStyle/>
          <a:p>
            <a:pPr algn="ctr"/>
            <a:r>
              <a:rPr lang="hu-HU" b="1" dirty="0"/>
              <a:t>Bejelentkezés</a:t>
            </a:r>
          </a:p>
        </p:txBody>
      </p:sp>
      <p:pic>
        <p:nvPicPr>
          <p:cNvPr id="7" name="Tartalom helye 6">
            <a:extLst>
              <a:ext uri="{FF2B5EF4-FFF2-40B4-BE49-F238E27FC236}">
                <a16:creationId xmlns:a16="http://schemas.microsoft.com/office/drawing/2014/main" id="{DE40DC52-FB67-4B40-952D-3E44610E9BA5}"/>
              </a:ext>
            </a:extLst>
          </p:cNvPr>
          <p:cNvPicPr>
            <a:picLocks noGrp="1" noChangeAspect="1"/>
          </p:cNvPicPr>
          <p:nvPr>
            <p:ph idx="1"/>
          </p:nvPr>
        </p:nvPicPr>
        <p:blipFill>
          <a:blip r:embed="rId2"/>
          <a:stretch>
            <a:fillRect/>
          </a:stretch>
        </p:blipFill>
        <p:spPr>
          <a:xfrm>
            <a:off x="1589760" y="1825625"/>
            <a:ext cx="9012480" cy="4351338"/>
          </a:xfrm>
          <a:prstGeom prst="rect">
            <a:avLst/>
          </a:prstGeom>
        </p:spPr>
      </p:pic>
    </p:spTree>
    <p:extLst>
      <p:ext uri="{BB962C8B-B14F-4D97-AF65-F5344CB8AC3E}">
        <p14:creationId xmlns:p14="http://schemas.microsoft.com/office/powerpoint/2010/main" val="975477040"/>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ím 1"/>
          <p:cNvSpPr>
            <a:spLocks noGrp="1"/>
          </p:cNvSpPr>
          <p:nvPr>
            <p:ph type="title"/>
          </p:nvPr>
        </p:nvSpPr>
        <p:spPr/>
        <p:txBody>
          <a:bodyPr/>
          <a:lstStyle/>
          <a:p>
            <a:pPr algn="ctr"/>
            <a:r>
              <a:rPr lang="hu-HU" b="1" dirty="0" err="1"/>
              <a:t>Quizeink</a:t>
            </a:r>
            <a:endParaRPr lang="hu-HU" b="1" dirty="0"/>
          </a:p>
        </p:txBody>
      </p:sp>
      <p:pic>
        <p:nvPicPr>
          <p:cNvPr id="4" name="Tartalom helye 3"/>
          <p:cNvPicPr>
            <a:picLocks noGrp="1"/>
          </p:cNvPicPr>
          <p:nvPr>
            <p:ph idx="1"/>
          </p:nvPr>
        </p:nvPicPr>
        <p:blipFill>
          <a:blip r:embed="rId2"/>
          <a:stretch>
            <a:fillRect/>
          </a:stretch>
        </p:blipFill>
        <p:spPr>
          <a:xfrm>
            <a:off x="838200" y="2251432"/>
            <a:ext cx="10515600" cy="3499723"/>
          </a:xfrm>
          <a:prstGeom prst="rect">
            <a:avLst/>
          </a:prstGeom>
        </p:spPr>
      </p:pic>
    </p:spTree>
    <p:extLst>
      <p:ext uri="{BB962C8B-B14F-4D97-AF65-F5344CB8AC3E}">
        <p14:creationId xmlns:p14="http://schemas.microsoft.com/office/powerpoint/2010/main" val="1202060128"/>
      </p:ext>
    </p:extLst>
  </p:cSld>
  <p:clrMapOvr>
    <a:masterClrMapping/>
  </p:clrMapOvr>
</p:sld>
</file>

<file path=ppt/theme/theme1.xml><?xml version="1.0" encoding="utf-8"?>
<a:theme xmlns:a="http://schemas.openxmlformats.org/drawingml/2006/main" name="Office-téma">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439</Words>
  <Application>Microsoft Office PowerPoint</Application>
  <PresentationFormat>Szélesvásznú</PresentationFormat>
  <Paragraphs>30</Paragraphs>
  <Slides>14</Slides>
  <Notes>0</Notes>
  <HiddenSlides>0</HiddenSlides>
  <MMClips>0</MMClips>
  <ScaleCrop>false</ScaleCrop>
  <HeadingPairs>
    <vt:vector size="6" baseType="variant">
      <vt:variant>
        <vt:lpstr>Használt betűtípusok</vt:lpstr>
      </vt:variant>
      <vt:variant>
        <vt:i4>3</vt:i4>
      </vt:variant>
      <vt:variant>
        <vt:lpstr>Téma</vt:lpstr>
      </vt:variant>
      <vt:variant>
        <vt:i4>1</vt:i4>
      </vt:variant>
      <vt:variant>
        <vt:lpstr>Diacímek</vt:lpstr>
      </vt:variant>
      <vt:variant>
        <vt:i4>14</vt:i4>
      </vt:variant>
    </vt:vector>
  </HeadingPairs>
  <TitlesOfParts>
    <vt:vector size="18" baseType="lpstr">
      <vt:lpstr>Arial</vt:lpstr>
      <vt:lpstr>Calibri</vt:lpstr>
      <vt:lpstr>Calibri Light</vt:lpstr>
      <vt:lpstr>Office-téma</vt:lpstr>
      <vt:lpstr>IQInfinity</vt:lpstr>
      <vt:lpstr>Bevezető</vt:lpstr>
      <vt:lpstr>Munkafelosztás</vt:lpstr>
      <vt:lpstr>Frontend React</vt:lpstr>
      <vt:lpstr>Backend (Web API, ASP.NET CORE)</vt:lpstr>
      <vt:lpstr>PowerPoint-bemutató</vt:lpstr>
      <vt:lpstr>Github</vt:lpstr>
      <vt:lpstr>Branchek</vt:lpstr>
      <vt:lpstr>Trello</vt:lpstr>
      <vt:lpstr>Főoldal</vt:lpstr>
      <vt:lpstr>Kommunikáció</vt:lpstr>
      <vt:lpstr>Regisztráció</vt:lpstr>
      <vt:lpstr>Bejelentkezés</vt:lpstr>
      <vt:lpstr>Quizeink</vt:lpstr>
    </vt:vector>
  </TitlesOfParts>
  <Company>MITISZK</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IQInfinity</dc:title>
  <dc:creator>Tanuló</dc:creator>
  <cp:lastModifiedBy>Tanuló</cp:lastModifiedBy>
  <cp:revision>10</cp:revision>
  <dcterms:created xsi:type="dcterms:W3CDTF">2025-04-03T06:56:50Z</dcterms:created>
  <dcterms:modified xsi:type="dcterms:W3CDTF">2025-04-07T09:54:02Z</dcterms:modified>
</cp:coreProperties>
</file>
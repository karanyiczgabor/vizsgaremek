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3" r:id="rId4"/>
    <p:sldId id="264" r:id="rId5"/>
    <p:sldId id="271" r:id="rId6"/>
    <p:sldId id="272" r:id="rId7"/>
    <p:sldId id="265" r:id="rId8"/>
    <p:sldId id="260" r:id="rId9"/>
    <p:sldId id="261" r:id="rId10"/>
    <p:sldId id="262" r:id="rId11"/>
    <p:sldId id="266" r:id="rId12"/>
    <p:sldId id="270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7990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6428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74045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92871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6708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9383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284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39698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21860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07953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2958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41845F-BA50-4D9E-9A45-5D6EF02B0166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CC3FC6-7CB0-48D3-B806-E658C739AF2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97500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491639" y="3642029"/>
            <a:ext cx="9144000" cy="2387600"/>
          </a:xfrm>
        </p:spPr>
        <p:txBody>
          <a:bodyPr/>
          <a:lstStyle/>
          <a:p>
            <a:r>
              <a:rPr lang="hu-HU" dirty="0" err="1"/>
              <a:t>IQInfinity</a:t>
            </a:r>
            <a:endParaRPr lang="hu-HU" dirty="0"/>
          </a:p>
        </p:txBody>
      </p:sp>
      <p:pic>
        <p:nvPicPr>
          <p:cNvPr id="4" name="Kép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2929" y="518539"/>
            <a:ext cx="2477673" cy="1641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6677" y="518539"/>
            <a:ext cx="2502876" cy="1612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7" name="Picture 3" descr="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0734" y="2160050"/>
            <a:ext cx="3505811" cy="35058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35943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4754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Munkafelosztás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3371727" cy="823912"/>
          </a:xfrm>
        </p:spPr>
        <p:txBody>
          <a:bodyPr/>
          <a:lstStyle/>
          <a:p>
            <a:pPr algn="ctr"/>
            <a:r>
              <a:rPr lang="hu-HU" dirty="0" err="1"/>
              <a:t>Biró</a:t>
            </a:r>
            <a:r>
              <a:rPr lang="hu-HU" dirty="0"/>
              <a:t> Márk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3371727" cy="3684588"/>
          </a:xfrm>
        </p:spPr>
        <p:txBody>
          <a:bodyPr/>
          <a:lstStyle/>
          <a:p>
            <a:pPr marL="0" indent="0" algn="ctr">
              <a:buNone/>
            </a:pPr>
            <a:endParaRPr lang="hu-HU" b="1" dirty="0"/>
          </a:p>
          <a:p>
            <a:pPr marL="0" indent="0" algn="ctr">
              <a:buNone/>
            </a:pPr>
            <a:r>
              <a:rPr lang="hu-HU" b="1" dirty="0"/>
              <a:t>Frontend</a:t>
            </a:r>
          </a:p>
          <a:p>
            <a:pPr marL="0" indent="0" algn="ctr">
              <a:buNone/>
            </a:pPr>
            <a:endParaRPr lang="hu-HU" b="1" dirty="0"/>
          </a:p>
          <a:p>
            <a:pPr marL="0" indent="0" algn="ctr">
              <a:buNone/>
            </a:pPr>
            <a:endParaRPr lang="hu-HU" b="1" dirty="0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4466493" y="1681163"/>
            <a:ext cx="3376246" cy="823912"/>
          </a:xfrm>
        </p:spPr>
        <p:txBody>
          <a:bodyPr/>
          <a:lstStyle/>
          <a:p>
            <a:pPr algn="ctr"/>
            <a:r>
              <a:rPr lang="hu-HU" dirty="0" err="1"/>
              <a:t>Karanyicz</a:t>
            </a:r>
            <a:r>
              <a:rPr lang="hu-HU" dirty="0"/>
              <a:t> Gábor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4466491" y="2505075"/>
            <a:ext cx="3376248" cy="3870509"/>
          </a:xfrm>
        </p:spPr>
        <p:txBody>
          <a:bodyPr/>
          <a:lstStyle/>
          <a:p>
            <a:pPr marL="0" indent="0" algn="ctr">
              <a:buNone/>
            </a:pPr>
            <a:endParaRPr lang="hu-HU" b="1" dirty="0"/>
          </a:p>
          <a:p>
            <a:pPr marL="0" indent="0" algn="ctr">
              <a:buNone/>
            </a:pPr>
            <a:r>
              <a:rPr lang="hu-HU" b="1" dirty="0"/>
              <a:t>Backend</a:t>
            </a:r>
          </a:p>
        </p:txBody>
      </p:sp>
      <p:pic>
        <p:nvPicPr>
          <p:cNvPr id="2050" name="Picture 2" descr="React Logo 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901" y="3662362"/>
            <a:ext cx="2095500" cy="1933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artalom helye 5"/>
          <p:cNvSpPr txBox="1">
            <a:spLocks/>
          </p:cNvSpPr>
          <p:nvPr/>
        </p:nvSpPr>
        <p:spPr>
          <a:xfrm>
            <a:off x="8335106" y="2513135"/>
            <a:ext cx="3020282" cy="36765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hu-HU" b="1" dirty="0"/>
          </a:p>
          <a:p>
            <a:pPr marL="0" indent="0" algn="ctr">
              <a:buNone/>
            </a:pPr>
            <a:r>
              <a:rPr lang="hu-HU" b="1" dirty="0" err="1"/>
              <a:t>Database</a:t>
            </a:r>
            <a:endParaRPr lang="hu-HU" b="1" dirty="0"/>
          </a:p>
        </p:txBody>
      </p:sp>
      <p:pic>
        <p:nvPicPr>
          <p:cNvPr id="2052" name="Picture 4" descr=" 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116" y="3662362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zöveg helye 4"/>
          <p:cNvSpPr txBox="1">
            <a:spLocks/>
          </p:cNvSpPr>
          <p:nvPr/>
        </p:nvSpPr>
        <p:spPr>
          <a:xfrm>
            <a:off x="8163780" y="1681163"/>
            <a:ext cx="3191608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dirty="0" err="1"/>
              <a:t>Peremiczky</a:t>
            </a:r>
            <a:r>
              <a:rPr lang="hu-HU" dirty="0"/>
              <a:t> István</a:t>
            </a:r>
          </a:p>
        </p:txBody>
      </p:sp>
      <p:pic>
        <p:nvPicPr>
          <p:cNvPr id="2053" name="Picture 5" descr="MySQL_text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5106" y="4192251"/>
            <a:ext cx="2972909" cy="8809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62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Frontend </a:t>
            </a:r>
            <a:r>
              <a:rPr lang="hu-HU" dirty="0" err="1"/>
              <a:t>React</a:t>
            </a:r>
            <a:endParaRPr lang="hu-HU" dirty="0"/>
          </a:p>
        </p:txBody>
      </p:sp>
      <p:pic>
        <p:nvPicPr>
          <p:cNvPr id="4" name="Kép 3"/>
          <p:cNvPicPr/>
          <p:nvPr/>
        </p:nvPicPr>
        <p:blipFill>
          <a:blip r:embed="rId2"/>
          <a:stretch>
            <a:fillRect/>
          </a:stretch>
        </p:blipFill>
        <p:spPr>
          <a:xfrm>
            <a:off x="3215640" y="178911"/>
            <a:ext cx="5760720" cy="1697990"/>
          </a:xfrm>
          <a:prstGeom prst="rect">
            <a:avLst/>
          </a:prstGeom>
        </p:spPr>
      </p:pic>
      <p:pic>
        <p:nvPicPr>
          <p:cNvPr id="3074" name="Picture 2" descr="HTML5_logo_and_wordmark">
            <a:extLst>
              <a:ext uri="{FF2B5EF4-FFF2-40B4-BE49-F238E27FC236}">
                <a16:creationId xmlns:a16="http://schemas.microsoft.com/office/drawing/2014/main" id="{9B903D81-771F-4756-AA74-0D1C6600A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381" y="2358391"/>
            <a:ext cx="2141219" cy="21412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06B0A2E5-A67E-4109-AFDF-05F9B589CA96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574" y="2358390"/>
            <a:ext cx="1505505" cy="21412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75AA4C8-70CC-44A1-8FFC-4F255D570AFF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3153496" y="2358390"/>
            <a:ext cx="5760720" cy="214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57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b="1" dirty="0"/>
              <a:t>Backend (Web API, ASP.NET CORE)</a:t>
            </a:r>
          </a:p>
        </p:txBody>
      </p:sp>
      <p:pic>
        <p:nvPicPr>
          <p:cNvPr id="4" name="Picture 4" descr=" 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6968" y="2747755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2" descr="image.png">
            <a:extLst>
              <a:ext uri="{FF2B5EF4-FFF2-40B4-BE49-F238E27FC236}">
                <a16:creationId xmlns:a16="http://schemas.microsoft.com/office/drawing/2014/main" id="{B629C5C2-E9F9-4BCD-894C-B4086FBAC2B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7656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65A9A5-F5F5-4838-BBB6-C08ECCB02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SWAGGER</a:t>
            </a:r>
          </a:p>
        </p:txBody>
      </p:sp>
      <p:pic>
        <p:nvPicPr>
          <p:cNvPr id="6" name="Tartalom helye 5">
            <a:extLst>
              <a:ext uri="{FF2B5EF4-FFF2-40B4-BE49-F238E27FC236}">
                <a16:creationId xmlns:a16="http://schemas.microsoft.com/office/drawing/2014/main" id="{D6F0E2BC-D111-47D0-8401-A71313D1CD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70252"/>
            <a:ext cx="10515600" cy="4062083"/>
          </a:xfrm>
        </p:spPr>
      </p:pic>
    </p:spTree>
    <p:extLst>
      <p:ext uri="{BB962C8B-B14F-4D97-AF65-F5344CB8AC3E}">
        <p14:creationId xmlns:p14="http://schemas.microsoft.com/office/powerpoint/2010/main" val="855277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5634458-6018-4365-BC02-404B734E0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SWAGGER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DC24105D-7F4C-44ED-ADF7-6AAFFC5C21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70178"/>
            <a:ext cx="10515600" cy="3662232"/>
          </a:xfrm>
        </p:spPr>
      </p:pic>
    </p:spTree>
    <p:extLst>
      <p:ext uri="{BB962C8B-B14F-4D97-AF65-F5344CB8AC3E}">
        <p14:creationId xmlns:p14="http://schemas.microsoft.com/office/powerpoint/2010/main" val="972190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 descr="MySQL_text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268" y="498474"/>
            <a:ext cx="3573463" cy="105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0" name="Picture 2" descr="PhpMyAdmin_logo">
            <a:extLst>
              <a:ext uri="{FF2B5EF4-FFF2-40B4-BE49-F238E27FC236}">
                <a16:creationId xmlns:a16="http://schemas.microsoft.com/office/drawing/2014/main" id="{CA3DA697-838E-479A-BB88-72874AA1E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785" y="3339539"/>
            <a:ext cx="4113174" cy="2430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 descr="Xampp_logo">
            <a:extLst>
              <a:ext uri="{FF2B5EF4-FFF2-40B4-BE49-F238E27FC236}">
                <a16:creationId xmlns:a16="http://schemas.microsoft.com/office/drawing/2014/main" id="{CD1D4B4E-5DC8-4895-B653-B98F10D3B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436" y="1747786"/>
            <a:ext cx="4115540" cy="1072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20A9971-E0C5-427C-9F29-E123D22E5A31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99" y="3011065"/>
            <a:ext cx="5760720" cy="3729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70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 err="1"/>
              <a:t>Github</a:t>
            </a:r>
            <a:endParaRPr lang="hu-HU" b="1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80345"/>
            <a:ext cx="10471120" cy="4024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783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 err="1"/>
              <a:t>Branchek</a:t>
            </a:r>
            <a:endParaRPr lang="hu-HU" b="1" dirty="0"/>
          </a:p>
        </p:txBody>
      </p:sp>
      <p:pic>
        <p:nvPicPr>
          <p:cNvPr id="5" name="Tartalom helye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5165" y="1825625"/>
            <a:ext cx="914166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 err="1"/>
              <a:t>Trello</a:t>
            </a:r>
            <a:endParaRPr lang="hu-HU" b="1" dirty="0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667054AC-55C7-41F6-9FC9-B1F891D6BE5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9033" y="1779464"/>
            <a:ext cx="8713933" cy="41718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6872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4" name="Tartalom helye 3"/>
          <p:cNvPicPr>
            <a:picLocks noGrp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8021" y="1825625"/>
            <a:ext cx="911595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506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5D5EBF-061C-4863-9F50-609100484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Kommunikáció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C877783-304B-4CD0-B764-C16A873CD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 err="1"/>
              <a:t>Discord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05F275D-1E06-4141-B581-2D0E8B9E588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 algn="just">
              <a:lnSpc>
                <a:spcPct val="170000"/>
              </a:lnSpc>
              <a:buNone/>
            </a:pPr>
            <a:endParaRPr lang="hu-HU" sz="1600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F4DD81A-68FE-466D-91CA-3D9FF35E20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Messenger</a:t>
            </a:r>
          </a:p>
        </p:txBody>
      </p:sp>
      <p:pic>
        <p:nvPicPr>
          <p:cNvPr id="1026" name="Picture 2" descr="discord logo 0 - Discord Logo">
            <a:extLst>
              <a:ext uri="{FF2B5EF4-FFF2-40B4-BE49-F238E27FC236}">
                <a16:creationId xmlns:a16="http://schemas.microsoft.com/office/drawing/2014/main" id="{7D063497-64CC-4785-9B81-538CD81B3E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044" y="2261002"/>
            <a:ext cx="3851274" cy="38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essenger Logo">
            <a:extLst>
              <a:ext uri="{FF2B5EF4-FFF2-40B4-BE49-F238E27FC236}">
                <a16:creationId xmlns:a16="http://schemas.microsoft.com/office/drawing/2014/main" id="{B2D8680A-AE43-4231-A40A-62BF12497727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918" y="3136865"/>
            <a:ext cx="2409706" cy="2432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945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6" name="Tartalom helye 5">
            <a:extLst>
              <a:ext uri="{FF2B5EF4-FFF2-40B4-BE49-F238E27FC236}">
                <a16:creationId xmlns:a16="http://schemas.microsoft.com/office/drawing/2014/main" id="{5DF26970-D2C5-46B8-AD46-BB5AD9F27D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31884" y="1825625"/>
            <a:ext cx="892823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3310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DE40DC52-FB67-4B40-952D-3E44610E9B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89760" y="1825625"/>
            <a:ext cx="901248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477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 err="1"/>
              <a:t>Quizeink</a:t>
            </a:r>
            <a:endParaRPr lang="hu-HU" b="1" dirty="0"/>
          </a:p>
        </p:txBody>
      </p:sp>
      <p:pic>
        <p:nvPicPr>
          <p:cNvPr id="4" name="Tartalom helye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51432"/>
            <a:ext cx="10515600" cy="3499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060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</Words>
  <Application>Microsoft Office PowerPoint</Application>
  <PresentationFormat>Szélesvásznú</PresentationFormat>
  <Paragraphs>25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Office-téma</vt:lpstr>
      <vt:lpstr>IQInfinity</vt:lpstr>
      <vt:lpstr>Munkafelosztás</vt:lpstr>
      <vt:lpstr>Frontend React</vt:lpstr>
      <vt:lpstr>Backend (Web API, ASP.NET CORE)</vt:lpstr>
      <vt:lpstr>SWAGGER</vt:lpstr>
      <vt:lpstr>SWAGGER</vt:lpstr>
      <vt:lpstr>PowerPoint-bemutató</vt:lpstr>
      <vt:lpstr>Github</vt:lpstr>
      <vt:lpstr>Branchek</vt:lpstr>
      <vt:lpstr>Trello</vt:lpstr>
      <vt:lpstr>Főoldal</vt:lpstr>
      <vt:lpstr>Kommunikáció</vt:lpstr>
      <vt:lpstr>Regisztráció</vt:lpstr>
      <vt:lpstr>Bejelentkezés</vt:lpstr>
      <vt:lpstr>Quizeink</vt:lpstr>
    </vt:vector>
  </TitlesOfParts>
  <Company>MITISZK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IQInfinity</dc:title>
  <dc:creator>Tanuló</dc:creator>
  <cp:lastModifiedBy>Tanuló</cp:lastModifiedBy>
  <cp:revision>13</cp:revision>
  <dcterms:created xsi:type="dcterms:W3CDTF">2025-04-03T06:56:50Z</dcterms:created>
  <dcterms:modified xsi:type="dcterms:W3CDTF">2025-04-09T10:06:36Z</dcterms:modified>
</cp:coreProperties>
</file>
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3" r:id="rId5"/>
    <p:sldId id="264" r:id="rId6"/>
    <p:sldId id="265" r:id="rId7"/>
    <p:sldId id="260" r:id="rId8"/>
    <p:sldId id="261" r:id="rId9"/>
    <p:sldId id="262" r:id="rId10"/>
    <p:sldId id="266" r:id="rId11"/>
    <p:sldId id="267" r:id="rId12"/>
    <p:sldId id="268" r:id="rId13"/>
    <p:sldId id="269" r:id="rId14"/>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p:cNvSpPr>
            <a:spLocks noGrp="1"/>
          </p:cNvSpPr>
          <p:nvPr>
            <p:ph type="ctrTitle"/>
          </p:nvPr>
        </p:nvSpPr>
        <p:spPr>
          <a:xfrm>
            <a:off x="1524000" y="1122363"/>
            <a:ext cx="9144000" cy="2387600"/>
          </a:xfrm>
        </p:spPr>
        <p:txBody>
          <a:bodyPr anchor="b"/>
          <a:lstStyle>
            <a:lvl1pPr algn="ctr">
              <a:defRPr sz="6000"/>
            </a:lvl1pPr>
          </a:lstStyle>
          <a:p>
            <a:r>
              <a:rPr lang="hu-HU" smtClean="0"/>
              <a:t>Mintacím szerkesztése</a:t>
            </a:r>
            <a:endParaRPr lang="hu-HU"/>
          </a:p>
        </p:txBody>
      </p:sp>
      <p:sp>
        <p:nvSpPr>
          <p:cNvPr id="3" name="Alcím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smtClean="0"/>
              <a:t>Kattintson ide az alcím mintájának szerkesztéséhez</a:t>
            </a:r>
            <a:endParaRPr lang="hu-HU"/>
          </a:p>
        </p:txBody>
      </p:sp>
      <p:sp>
        <p:nvSpPr>
          <p:cNvPr id="4" name="Dátum helye 3"/>
          <p:cNvSpPr>
            <a:spLocks noGrp="1"/>
          </p:cNvSpPr>
          <p:nvPr>
            <p:ph type="dt" sz="half" idx="10"/>
          </p:nvPr>
        </p:nvSpPr>
        <p:spPr/>
        <p:txBody>
          <a:bodyPr/>
          <a:lstStyle/>
          <a:p>
            <a:fld id="{6741845F-BA50-4D9E-9A45-5D6EF02B0166}" type="datetimeFigureOut">
              <a:rPr lang="hu-HU" smtClean="0"/>
              <a:t>2025. 04. 03.</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1917990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hu-HU"/>
          </a:p>
        </p:txBody>
      </p:sp>
      <p:sp>
        <p:nvSpPr>
          <p:cNvPr id="3" name="Tartalom helye 2"/>
          <p:cNvSpPr>
            <a:spLocks noGrp="1"/>
          </p:cNvSpPr>
          <p:nvPr>
            <p:ph idx="1"/>
          </p:nvPr>
        </p:nvSpPr>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Dátum helye 3"/>
          <p:cNvSpPr>
            <a:spLocks noGrp="1"/>
          </p:cNvSpPr>
          <p:nvPr>
            <p:ph type="dt" sz="half" idx="10"/>
          </p:nvPr>
        </p:nvSpPr>
        <p:spPr/>
        <p:txBody>
          <a:bodyPr/>
          <a:lstStyle/>
          <a:p>
            <a:fld id="{6741845F-BA50-4D9E-9A45-5D6EF02B0166}" type="datetimeFigureOut">
              <a:rPr lang="hu-HU" smtClean="0"/>
              <a:t>2025. 04. 03.</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3716428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831850" y="1709738"/>
            <a:ext cx="10515600" cy="2852737"/>
          </a:xfrm>
        </p:spPr>
        <p:txBody>
          <a:bodyPr anchor="b"/>
          <a:lstStyle>
            <a:lvl1pPr>
              <a:defRPr sz="6000"/>
            </a:lvl1pPr>
          </a:lstStyle>
          <a:p>
            <a:r>
              <a:rPr lang="hu-HU" smtClean="0"/>
              <a:t>Mintacím szerkesztése</a:t>
            </a:r>
            <a:endParaRPr lang="hu-HU"/>
          </a:p>
        </p:txBody>
      </p:sp>
      <p:sp>
        <p:nvSpPr>
          <p:cNvPr id="3" name="Szöveg hely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smtClean="0"/>
              <a:t>Mintaszöveg szerkesztése</a:t>
            </a:r>
          </a:p>
        </p:txBody>
      </p:sp>
      <p:sp>
        <p:nvSpPr>
          <p:cNvPr id="4" name="Dátum helye 3"/>
          <p:cNvSpPr>
            <a:spLocks noGrp="1"/>
          </p:cNvSpPr>
          <p:nvPr>
            <p:ph type="dt" sz="half" idx="10"/>
          </p:nvPr>
        </p:nvSpPr>
        <p:spPr/>
        <p:txBody>
          <a:bodyPr/>
          <a:lstStyle/>
          <a:p>
            <a:fld id="{6741845F-BA50-4D9E-9A45-5D6EF02B0166}" type="datetimeFigureOut">
              <a:rPr lang="hu-HU" smtClean="0"/>
              <a:t>2025. 04. 03.</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3274045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hu-HU"/>
          </a:p>
        </p:txBody>
      </p:sp>
      <p:sp>
        <p:nvSpPr>
          <p:cNvPr id="3" name="Tartalom helye 2"/>
          <p:cNvSpPr>
            <a:spLocks noGrp="1"/>
          </p:cNvSpPr>
          <p:nvPr>
            <p:ph sz="half" idx="1"/>
          </p:nvPr>
        </p:nvSpPr>
        <p:spPr>
          <a:xfrm>
            <a:off x="838200" y="1825625"/>
            <a:ext cx="5181600" cy="4351338"/>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Tartalom helye 3"/>
          <p:cNvSpPr>
            <a:spLocks noGrp="1"/>
          </p:cNvSpPr>
          <p:nvPr>
            <p:ph sz="half" idx="2"/>
          </p:nvPr>
        </p:nvSpPr>
        <p:spPr>
          <a:xfrm>
            <a:off x="6172200" y="1825625"/>
            <a:ext cx="5181600" cy="4351338"/>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5" name="Dátum helye 4"/>
          <p:cNvSpPr>
            <a:spLocks noGrp="1"/>
          </p:cNvSpPr>
          <p:nvPr>
            <p:ph type="dt" sz="half" idx="10"/>
          </p:nvPr>
        </p:nvSpPr>
        <p:spPr/>
        <p:txBody>
          <a:bodyPr/>
          <a:lstStyle/>
          <a:p>
            <a:fld id="{6741845F-BA50-4D9E-9A45-5D6EF02B0166}" type="datetimeFigureOut">
              <a:rPr lang="hu-HU" smtClean="0"/>
              <a:t>2025. 04. 03.</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2592871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p:cNvSpPr>
            <a:spLocks noGrp="1"/>
          </p:cNvSpPr>
          <p:nvPr>
            <p:ph type="title"/>
          </p:nvPr>
        </p:nvSpPr>
        <p:spPr>
          <a:xfrm>
            <a:off x="839788" y="365125"/>
            <a:ext cx="10515600" cy="1325563"/>
          </a:xfrm>
        </p:spPr>
        <p:txBody>
          <a:bodyPr/>
          <a:lstStyle/>
          <a:p>
            <a:r>
              <a:rPr lang="hu-HU" smtClean="0"/>
              <a:t>Mintacím szerkesztése</a:t>
            </a:r>
            <a:endParaRPr lang="hu-HU"/>
          </a:p>
        </p:txBody>
      </p:sp>
      <p:sp>
        <p:nvSpPr>
          <p:cNvPr id="3" name="Szöveg hely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4" name="Tartalom helye 3"/>
          <p:cNvSpPr>
            <a:spLocks noGrp="1"/>
          </p:cNvSpPr>
          <p:nvPr>
            <p:ph sz="half" idx="2"/>
          </p:nvPr>
        </p:nvSpPr>
        <p:spPr>
          <a:xfrm>
            <a:off x="839788" y="2505075"/>
            <a:ext cx="5157787" cy="3684588"/>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5" name="Szöveg hely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6" name="Tartalom helye 5"/>
          <p:cNvSpPr>
            <a:spLocks noGrp="1"/>
          </p:cNvSpPr>
          <p:nvPr>
            <p:ph sz="quarter" idx="4"/>
          </p:nvPr>
        </p:nvSpPr>
        <p:spPr>
          <a:xfrm>
            <a:off x="6172200" y="2505075"/>
            <a:ext cx="5183188" cy="3684588"/>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7" name="Dátum helye 6"/>
          <p:cNvSpPr>
            <a:spLocks noGrp="1"/>
          </p:cNvSpPr>
          <p:nvPr>
            <p:ph type="dt" sz="half" idx="10"/>
          </p:nvPr>
        </p:nvSpPr>
        <p:spPr/>
        <p:txBody>
          <a:bodyPr/>
          <a:lstStyle/>
          <a:p>
            <a:fld id="{6741845F-BA50-4D9E-9A45-5D6EF02B0166}" type="datetimeFigureOut">
              <a:rPr lang="hu-HU" smtClean="0"/>
              <a:t>2025. 04. 03.</a:t>
            </a:fld>
            <a:endParaRPr lang="hu-HU"/>
          </a:p>
        </p:txBody>
      </p:sp>
      <p:sp>
        <p:nvSpPr>
          <p:cNvPr id="8" name="Élőláb helye 7"/>
          <p:cNvSpPr>
            <a:spLocks noGrp="1"/>
          </p:cNvSpPr>
          <p:nvPr>
            <p:ph type="ftr" sz="quarter" idx="11"/>
          </p:nvPr>
        </p:nvSpPr>
        <p:spPr/>
        <p:txBody>
          <a:bodyPr/>
          <a:lstStyle/>
          <a:p>
            <a:endParaRPr lang="hu-HU"/>
          </a:p>
        </p:txBody>
      </p:sp>
      <p:sp>
        <p:nvSpPr>
          <p:cNvPr id="9" name="Dia számának helye 8"/>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2636708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hu-HU"/>
          </a:p>
        </p:txBody>
      </p:sp>
      <p:sp>
        <p:nvSpPr>
          <p:cNvPr id="3" name="Dátum helye 2"/>
          <p:cNvSpPr>
            <a:spLocks noGrp="1"/>
          </p:cNvSpPr>
          <p:nvPr>
            <p:ph type="dt" sz="half" idx="10"/>
          </p:nvPr>
        </p:nvSpPr>
        <p:spPr/>
        <p:txBody>
          <a:bodyPr/>
          <a:lstStyle/>
          <a:p>
            <a:fld id="{6741845F-BA50-4D9E-9A45-5D6EF02B0166}" type="datetimeFigureOut">
              <a:rPr lang="hu-HU" smtClean="0"/>
              <a:t>2025. 04. 03.</a:t>
            </a:fld>
            <a:endParaRPr lang="hu-HU"/>
          </a:p>
        </p:txBody>
      </p:sp>
      <p:sp>
        <p:nvSpPr>
          <p:cNvPr id="4" name="Élőláb helye 3"/>
          <p:cNvSpPr>
            <a:spLocks noGrp="1"/>
          </p:cNvSpPr>
          <p:nvPr>
            <p:ph type="ftr" sz="quarter" idx="11"/>
          </p:nvPr>
        </p:nvSpPr>
        <p:spPr/>
        <p:txBody>
          <a:bodyPr/>
          <a:lstStyle/>
          <a:p>
            <a:endParaRPr lang="hu-HU"/>
          </a:p>
        </p:txBody>
      </p:sp>
      <p:sp>
        <p:nvSpPr>
          <p:cNvPr id="5" name="Dia számának helye 4"/>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1729383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fld id="{6741845F-BA50-4D9E-9A45-5D6EF02B0166}" type="datetimeFigureOut">
              <a:rPr lang="hu-HU" smtClean="0"/>
              <a:t>2025. 04. 03.</a:t>
            </a:fld>
            <a:endParaRPr lang="hu-HU"/>
          </a:p>
        </p:txBody>
      </p:sp>
      <p:sp>
        <p:nvSpPr>
          <p:cNvPr id="3" name="Élőláb helye 2"/>
          <p:cNvSpPr>
            <a:spLocks noGrp="1"/>
          </p:cNvSpPr>
          <p:nvPr>
            <p:ph type="ftr" sz="quarter" idx="11"/>
          </p:nvPr>
        </p:nvSpPr>
        <p:spPr/>
        <p:txBody>
          <a:bodyPr/>
          <a:lstStyle/>
          <a:p>
            <a:endParaRPr lang="hu-HU"/>
          </a:p>
        </p:txBody>
      </p:sp>
      <p:sp>
        <p:nvSpPr>
          <p:cNvPr id="4" name="Dia számának helye 3"/>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18284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839788" y="457200"/>
            <a:ext cx="3932237" cy="1600200"/>
          </a:xfrm>
        </p:spPr>
        <p:txBody>
          <a:bodyPr anchor="b"/>
          <a:lstStyle>
            <a:lvl1pPr>
              <a:defRPr sz="3200"/>
            </a:lvl1pPr>
          </a:lstStyle>
          <a:p>
            <a:r>
              <a:rPr lang="hu-HU" smtClean="0"/>
              <a:t>Mintacím szerkesztése</a:t>
            </a:r>
            <a:endParaRPr lang="hu-HU"/>
          </a:p>
        </p:txBody>
      </p:sp>
      <p:sp>
        <p:nvSpPr>
          <p:cNvPr id="3" name="Tartalom helye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Szöveg hely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átum helye 4"/>
          <p:cNvSpPr>
            <a:spLocks noGrp="1"/>
          </p:cNvSpPr>
          <p:nvPr>
            <p:ph type="dt" sz="half" idx="10"/>
          </p:nvPr>
        </p:nvSpPr>
        <p:spPr/>
        <p:txBody>
          <a:bodyPr/>
          <a:lstStyle/>
          <a:p>
            <a:fld id="{6741845F-BA50-4D9E-9A45-5D6EF02B0166}" type="datetimeFigureOut">
              <a:rPr lang="hu-HU" smtClean="0"/>
              <a:t>2025. 04. 03.</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2139698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839788" y="457200"/>
            <a:ext cx="3932237" cy="1600200"/>
          </a:xfrm>
        </p:spPr>
        <p:txBody>
          <a:bodyPr anchor="b"/>
          <a:lstStyle>
            <a:lvl1pPr>
              <a:defRPr sz="3200"/>
            </a:lvl1pPr>
          </a:lstStyle>
          <a:p>
            <a:r>
              <a:rPr lang="hu-HU" smtClean="0"/>
              <a:t>Mintacím szerkesztése</a:t>
            </a:r>
            <a:endParaRPr lang="hu-HU"/>
          </a:p>
        </p:txBody>
      </p:sp>
      <p:sp>
        <p:nvSpPr>
          <p:cNvPr id="3" name="Kép hely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átum helye 4"/>
          <p:cNvSpPr>
            <a:spLocks noGrp="1"/>
          </p:cNvSpPr>
          <p:nvPr>
            <p:ph type="dt" sz="half" idx="10"/>
          </p:nvPr>
        </p:nvSpPr>
        <p:spPr/>
        <p:txBody>
          <a:bodyPr/>
          <a:lstStyle/>
          <a:p>
            <a:fld id="{6741845F-BA50-4D9E-9A45-5D6EF02B0166}" type="datetimeFigureOut">
              <a:rPr lang="hu-HU" smtClean="0"/>
              <a:t>2025. 04. 03.</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312186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hu-HU"/>
          </a:p>
        </p:txBody>
      </p:sp>
      <p:sp>
        <p:nvSpPr>
          <p:cNvPr id="3" name="Függőleges szöveg helye 2"/>
          <p:cNvSpPr>
            <a:spLocks noGrp="1"/>
          </p:cNvSpPr>
          <p:nvPr>
            <p:ph type="body" orient="vert" idx="1"/>
          </p:nvPr>
        </p:nvSpPr>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Dátum helye 3"/>
          <p:cNvSpPr>
            <a:spLocks noGrp="1"/>
          </p:cNvSpPr>
          <p:nvPr>
            <p:ph type="dt" sz="half" idx="10"/>
          </p:nvPr>
        </p:nvSpPr>
        <p:spPr/>
        <p:txBody>
          <a:bodyPr/>
          <a:lstStyle/>
          <a:p>
            <a:fld id="{6741845F-BA50-4D9E-9A45-5D6EF02B0166}" type="datetimeFigureOut">
              <a:rPr lang="hu-HU" smtClean="0"/>
              <a:t>2025. 04. 03.</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1807953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8724900" y="365125"/>
            <a:ext cx="2628900" cy="5811838"/>
          </a:xfrm>
        </p:spPr>
        <p:txBody>
          <a:bodyPr vert="eaVert"/>
          <a:lstStyle/>
          <a:p>
            <a:r>
              <a:rPr lang="hu-HU" smtClean="0"/>
              <a:t>Mintacím szerkesztése</a:t>
            </a:r>
            <a:endParaRPr lang="hu-HU"/>
          </a:p>
        </p:txBody>
      </p:sp>
      <p:sp>
        <p:nvSpPr>
          <p:cNvPr id="3" name="Függőleges szöveg helye 2"/>
          <p:cNvSpPr>
            <a:spLocks noGrp="1"/>
          </p:cNvSpPr>
          <p:nvPr>
            <p:ph type="body" orient="vert" idx="1"/>
          </p:nvPr>
        </p:nvSpPr>
        <p:spPr>
          <a:xfrm>
            <a:off x="838200" y="365125"/>
            <a:ext cx="7734300" cy="5811838"/>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Dátum helye 3"/>
          <p:cNvSpPr>
            <a:spLocks noGrp="1"/>
          </p:cNvSpPr>
          <p:nvPr>
            <p:ph type="dt" sz="half" idx="10"/>
          </p:nvPr>
        </p:nvSpPr>
        <p:spPr/>
        <p:txBody>
          <a:bodyPr/>
          <a:lstStyle/>
          <a:p>
            <a:fld id="{6741845F-BA50-4D9E-9A45-5D6EF02B0166}" type="datetimeFigureOut">
              <a:rPr lang="hu-HU" smtClean="0"/>
              <a:t>2025. 04. 03.</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D2CC3FC6-7CB0-48D3-B806-E658C739AF27}" type="slidenum">
              <a:rPr lang="hu-HU" smtClean="0"/>
              <a:t>‹#›</a:t>
            </a:fld>
            <a:endParaRPr lang="hu-HU"/>
          </a:p>
        </p:txBody>
      </p:sp>
    </p:spTree>
    <p:extLst>
      <p:ext uri="{BB962C8B-B14F-4D97-AF65-F5344CB8AC3E}">
        <p14:creationId xmlns:p14="http://schemas.microsoft.com/office/powerpoint/2010/main" val="1762958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smtClean="0"/>
              <a:t>Mintacím szerkesztése</a:t>
            </a:r>
            <a:endParaRPr lang="hu-HU"/>
          </a:p>
        </p:txBody>
      </p:sp>
      <p:sp>
        <p:nvSpPr>
          <p:cNvPr id="3" name="Szöveg hely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Dátum hely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41845F-BA50-4D9E-9A45-5D6EF02B0166}" type="datetimeFigureOut">
              <a:rPr lang="hu-HU" smtClean="0"/>
              <a:t>2025. 04. 03.</a:t>
            </a:fld>
            <a:endParaRPr lang="hu-HU"/>
          </a:p>
        </p:txBody>
      </p:sp>
      <p:sp>
        <p:nvSpPr>
          <p:cNvPr id="5" name="Élőláb hely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u-HU"/>
          </a:p>
        </p:txBody>
      </p:sp>
      <p:sp>
        <p:nvSpPr>
          <p:cNvPr id="6" name="Dia számának hely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CC3FC6-7CB0-48D3-B806-E658C739AF27}" type="slidenum">
              <a:rPr lang="hu-HU" smtClean="0"/>
              <a:t>‹#›</a:t>
            </a:fld>
            <a:endParaRPr lang="hu-HU"/>
          </a:p>
        </p:txBody>
      </p:sp>
    </p:spTree>
    <p:extLst>
      <p:ext uri="{BB962C8B-B14F-4D97-AF65-F5344CB8AC3E}">
        <p14:creationId xmlns:p14="http://schemas.microsoft.com/office/powerpoint/2010/main" val="3697500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1491639" y="3642029"/>
            <a:ext cx="9144000" cy="2387600"/>
          </a:xfrm>
        </p:spPr>
        <p:txBody>
          <a:bodyPr/>
          <a:lstStyle/>
          <a:p>
            <a:r>
              <a:rPr lang="hu-HU" dirty="0" err="1" smtClean="0"/>
              <a:t>IQInfinity</a:t>
            </a:r>
            <a:endParaRPr lang="hu-HU" dirty="0"/>
          </a:p>
        </p:txBody>
      </p:sp>
      <p:pic>
        <p:nvPicPr>
          <p:cNvPr id="4" name="Kép 3"/>
          <p:cNvPicPr/>
          <p:nvPr/>
        </p:nvPicPr>
        <p:blipFill>
          <a:blip r:embed="rId2">
            <a:extLst>
              <a:ext uri="{28A0092B-C50C-407E-A947-70E740481C1C}">
                <a14:useLocalDpi xmlns:a14="http://schemas.microsoft.com/office/drawing/2010/main" val="0"/>
              </a:ext>
            </a:extLst>
          </a:blip>
          <a:srcRect/>
          <a:stretch>
            <a:fillRect/>
          </a:stretch>
        </p:blipFill>
        <p:spPr bwMode="auto">
          <a:xfrm>
            <a:off x="3412929" y="518539"/>
            <a:ext cx="2477673" cy="1641511"/>
          </a:xfrm>
          <a:prstGeom prst="rect">
            <a:avLst/>
          </a:prstGeom>
          <a:noFill/>
          <a:ln>
            <a:noFill/>
          </a:ln>
        </p:spPr>
      </p:pic>
      <p:pic>
        <p:nvPicPr>
          <p:cNvPr id="5" name="Kép 4"/>
          <p:cNvPicPr/>
          <p:nvPr/>
        </p:nvPicPr>
        <p:blipFill>
          <a:blip r:embed="rId3">
            <a:extLst>
              <a:ext uri="{28A0092B-C50C-407E-A947-70E740481C1C}">
                <a14:useLocalDpi xmlns:a14="http://schemas.microsoft.com/office/drawing/2010/main" val="0"/>
              </a:ext>
            </a:extLst>
          </a:blip>
          <a:srcRect/>
          <a:stretch>
            <a:fillRect/>
          </a:stretch>
        </p:blipFill>
        <p:spPr bwMode="auto">
          <a:xfrm>
            <a:off x="6236677" y="518539"/>
            <a:ext cx="2502876" cy="1612301"/>
          </a:xfrm>
          <a:prstGeom prst="rect">
            <a:avLst/>
          </a:prstGeom>
          <a:noFill/>
          <a:ln>
            <a:noFill/>
          </a:ln>
        </p:spPr>
      </p:pic>
      <p:pic>
        <p:nvPicPr>
          <p:cNvPr id="1027" name="Picture 3" descr="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734" y="2160050"/>
            <a:ext cx="3505811" cy="3505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5943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smtClean="0"/>
              <a:t>Bevezető</a:t>
            </a:r>
            <a:endParaRPr lang="hu-HU" b="1" dirty="0"/>
          </a:p>
        </p:txBody>
      </p:sp>
      <p:sp>
        <p:nvSpPr>
          <p:cNvPr id="3" name="Tartalom helye 2"/>
          <p:cNvSpPr>
            <a:spLocks noGrp="1"/>
          </p:cNvSpPr>
          <p:nvPr>
            <p:ph idx="1"/>
          </p:nvPr>
        </p:nvSpPr>
        <p:spPr/>
        <p:txBody>
          <a:bodyPr>
            <a:normAutofit lnSpcReduction="10000"/>
          </a:bodyPr>
          <a:lstStyle/>
          <a:p>
            <a:pPr marL="0" indent="0" algn="just">
              <a:lnSpc>
                <a:spcPct val="150000"/>
              </a:lnSpc>
              <a:buNone/>
            </a:pPr>
            <a:r>
              <a:rPr lang="hu-HU" dirty="0"/>
              <a:t>A Honfoglaló megszűnése hatalmas űrt hagyott a szívünkben, ezért az az ötletünk támadt, hogy az évvégi vizsgára egy kiválasztós kérdéses (kvíz) játékprogramot fogunk készíteni. Esténként, amikor unatkozunk, a New York Times játékait szoktuk töltögetni, de sajnos csak napi egyet lehet ingyen kitölteni. Mivel a hatalmas infláció miatt nem engedhetjük meg magunknak a New York Times fizetős szolgáltatását, elhatároztuk, hogy a saját játékunk teljesen ingyenes lesz.</a:t>
            </a:r>
          </a:p>
        </p:txBody>
      </p:sp>
    </p:spTree>
    <p:extLst>
      <p:ext uri="{BB962C8B-B14F-4D97-AF65-F5344CB8AC3E}">
        <p14:creationId xmlns:p14="http://schemas.microsoft.com/office/powerpoint/2010/main" val="1452158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39788" y="347540"/>
            <a:ext cx="10515600" cy="1325563"/>
          </a:xfrm>
        </p:spPr>
        <p:txBody>
          <a:bodyPr/>
          <a:lstStyle/>
          <a:p>
            <a:pPr algn="ctr"/>
            <a:r>
              <a:rPr lang="hu-HU" b="1" dirty="0" smtClean="0"/>
              <a:t>Munkafelosztás</a:t>
            </a:r>
            <a:endParaRPr lang="hu-HU" b="1" dirty="0"/>
          </a:p>
        </p:txBody>
      </p:sp>
      <p:sp>
        <p:nvSpPr>
          <p:cNvPr id="3" name="Szöveg helye 2"/>
          <p:cNvSpPr>
            <a:spLocks noGrp="1"/>
          </p:cNvSpPr>
          <p:nvPr>
            <p:ph type="body" idx="1"/>
          </p:nvPr>
        </p:nvSpPr>
        <p:spPr>
          <a:xfrm>
            <a:off x="839788" y="1681163"/>
            <a:ext cx="3371727" cy="823912"/>
          </a:xfrm>
        </p:spPr>
        <p:txBody>
          <a:bodyPr/>
          <a:lstStyle/>
          <a:p>
            <a:pPr algn="ctr"/>
            <a:r>
              <a:rPr lang="hu-HU" dirty="0" err="1" smtClean="0"/>
              <a:t>Biró</a:t>
            </a:r>
            <a:r>
              <a:rPr lang="hu-HU" dirty="0" smtClean="0"/>
              <a:t> Márk</a:t>
            </a:r>
            <a:endParaRPr lang="hu-HU" dirty="0"/>
          </a:p>
        </p:txBody>
      </p:sp>
      <p:sp>
        <p:nvSpPr>
          <p:cNvPr id="4" name="Tartalom helye 3"/>
          <p:cNvSpPr>
            <a:spLocks noGrp="1"/>
          </p:cNvSpPr>
          <p:nvPr>
            <p:ph sz="half" idx="2"/>
          </p:nvPr>
        </p:nvSpPr>
        <p:spPr>
          <a:xfrm>
            <a:off x="839788" y="2505075"/>
            <a:ext cx="3371727" cy="3684588"/>
          </a:xfrm>
        </p:spPr>
        <p:txBody>
          <a:bodyPr/>
          <a:lstStyle/>
          <a:p>
            <a:pPr marL="0" indent="0" algn="ctr">
              <a:buNone/>
            </a:pPr>
            <a:endParaRPr lang="hu-HU" b="1" dirty="0" smtClean="0"/>
          </a:p>
          <a:p>
            <a:pPr marL="0" indent="0" algn="ctr">
              <a:buNone/>
            </a:pPr>
            <a:r>
              <a:rPr lang="hu-HU" b="1" dirty="0" smtClean="0"/>
              <a:t>Frontend</a:t>
            </a:r>
          </a:p>
          <a:p>
            <a:pPr marL="0" indent="0" algn="ctr">
              <a:buNone/>
            </a:pPr>
            <a:endParaRPr lang="hu-HU" b="1" dirty="0"/>
          </a:p>
          <a:p>
            <a:pPr marL="0" indent="0" algn="ctr">
              <a:buNone/>
            </a:pPr>
            <a:endParaRPr lang="hu-HU" b="1" dirty="0"/>
          </a:p>
        </p:txBody>
      </p:sp>
      <p:sp>
        <p:nvSpPr>
          <p:cNvPr id="5" name="Szöveg helye 4"/>
          <p:cNvSpPr>
            <a:spLocks noGrp="1"/>
          </p:cNvSpPr>
          <p:nvPr>
            <p:ph type="body" sz="quarter" idx="3"/>
          </p:nvPr>
        </p:nvSpPr>
        <p:spPr>
          <a:xfrm>
            <a:off x="4466493" y="1681163"/>
            <a:ext cx="3376246" cy="823912"/>
          </a:xfrm>
        </p:spPr>
        <p:txBody>
          <a:bodyPr/>
          <a:lstStyle/>
          <a:p>
            <a:pPr algn="ctr"/>
            <a:r>
              <a:rPr lang="hu-HU" dirty="0" err="1" smtClean="0"/>
              <a:t>Karanyicz</a:t>
            </a:r>
            <a:r>
              <a:rPr lang="hu-HU" dirty="0" smtClean="0"/>
              <a:t> Gábor</a:t>
            </a:r>
            <a:endParaRPr lang="hu-HU" dirty="0"/>
          </a:p>
        </p:txBody>
      </p:sp>
      <p:sp>
        <p:nvSpPr>
          <p:cNvPr id="6" name="Tartalom helye 5"/>
          <p:cNvSpPr>
            <a:spLocks noGrp="1"/>
          </p:cNvSpPr>
          <p:nvPr>
            <p:ph sz="quarter" idx="4"/>
          </p:nvPr>
        </p:nvSpPr>
        <p:spPr>
          <a:xfrm>
            <a:off x="4466491" y="2505075"/>
            <a:ext cx="3376248" cy="3870509"/>
          </a:xfrm>
        </p:spPr>
        <p:txBody>
          <a:bodyPr/>
          <a:lstStyle/>
          <a:p>
            <a:pPr marL="0" indent="0" algn="ctr">
              <a:buNone/>
            </a:pPr>
            <a:endParaRPr lang="hu-HU" b="1" dirty="0"/>
          </a:p>
          <a:p>
            <a:pPr marL="0" indent="0" algn="ctr">
              <a:buNone/>
            </a:pPr>
            <a:r>
              <a:rPr lang="hu-HU" b="1" dirty="0" smtClean="0"/>
              <a:t>Backend</a:t>
            </a:r>
            <a:endParaRPr lang="hu-HU" b="1" dirty="0"/>
          </a:p>
        </p:txBody>
      </p:sp>
      <p:pic>
        <p:nvPicPr>
          <p:cNvPr id="2050" name="Picture 2" descr="React Logo 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901" y="3662362"/>
            <a:ext cx="2095500" cy="1933576"/>
          </a:xfrm>
          <a:prstGeom prst="rect">
            <a:avLst/>
          </a:prstGeom>
          <a:noFill/>
          <a:extLst>
            <a:ext uri="{909E8E84-426E-40DD-AFC4-6F175D3DCCD1}">
              <a14:hiddenFill xmlns:a14="http://schemas.microsoft.com/office/drawing/2010/main">
                <a:solidFill>
                  <a:srgbClr val="FFFFFF"/>
                </a:solidFill>
              </a14:hiddenFill>
            </a:ext>
          </a:extLst>
        </p:spPr>
      </p:pic>
      <p:sp>
        <p:nvSpPr>
          <p:cNvPr id="9" name="Tartalom helye 5"/>
          <p:cNvSpPr txBox="1">
            <a:spLocks/>
          </p:cNvSpPr>
          <p:nvPr/>
        </p:nvSpPr>
        <p:spPr>
          <a:xfrm>
            <a:off x="8335106" y="2513135"/>
            <a:ext cx="3020282" cy="36765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hu-HU" b="1" dirty="0" smtClean="0"/>
          </a:p>
          <a:p>
            <a:pPr marL="0" indent="0" algn="ctr">
              <a:buNone/>
            </a:pPr>
            <a:r>
              <a:rPr lang="hu-HU" b="1" dirty="0" err="1" smtClean="0"/>
              <a:t>Database</a:t>
            </a:r>
            <a:endParaRPr lang="hu-HU" b="1" dirty="0" smtClean="0"/>
          </a:p>
        </p:txBody>
      </p:sp>
      <p:pic>
        <p:nvPicPr>
          <p:cNvPr id="2052" name="Picture 4" descr="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2116" y="3662362"/>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1" name="Szöveg helye 4"/>
          <p:cNvSpPr txBox="1">
            <a:spLocks/>
          </p:cNvSpPr>
          <p:nvPr/>
        </p:nvSpPr>
        <p:spPr>
          <a:xfrm>
            <a:off x="8163780" y="1681163"/>
            <a:ext cx="3191608"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hu-HU" dirty="0" err="1" smtClean="0"/>
              <a:t>Peremiczky</a:t>
            </a:r>
            <a:r>
              <a:rPr lang="hu-HU" dirty="0" smtClean="0"/>
              <a:t> István</a:t>
            </a:r>
            <a:endParaRPr lang="hu-HU" dirty="0"/>
          </a:p>
        </p:txBody>
      </p:sp>
      <p:pic>
        <p:nvPicPr>
          <p:cNvPr id="2053" name="Picture 5" descr="MySQL_text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5106" y="4192251"/>
            <a:ext cx="2972909" cy="880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213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dirty="0" smtClean="0"/>
              <a:t>Frontend </a:t>
            </a:r>
            <a:r>
              <a:rPr lang="hu-HU" dirty="0" err="1" smtClean="0"/>
              <a:t>React</a:t>
            </a:r>
            <a:endParaRPr lang="hu-HU" dirty="0"/>
          </a:p>
        </p:txBody>
      </p:sp>
      <p:sp>
        <p:nvSpPr>
          <p:cNvPr id="3" name="Tartalom helye 2"/>
          <p:cNvSpPr>
            <a:spLocks noGrp="1"/>
          </p:cNvSpPr>
          <p:nvPr>
            <p:ph idx="1"/>
          </p:nvPr>
        </p:nvSpPr>
        <p:spPr/>
        <p:txBody>
          <a:bodyPr>
            <a:normAutofit/>
          </a:bodyPr>
          <a:lstStyle/>
          <a:p>
            <a:pPr marL="0" indent="0" algn="just">
              <a:lnSpc>
                <a:spcPct val="150000"/>
              </a:lnSpc>
              <a:buNone/>
            </a:pPr>
            <a:r>
              <a:rPr lang="hu-HU" dirty="0"/>
              <a:t>A </a:t>
            </a:r>
            <a:r>
              <a:rPr lang="hu-HU" dirty="0" err="1"/>
              <a:t>React</a:t>
            </a:r>
            <a:r>
              <a:rPr lang="hu-HU" dirty="0"/>
              <a:t> egy népszerű JavaScript könyvtár, amelyet interaktív felhasználói felületek létrehozására használnak. A </a:t>
            </a:r>
            <a:r>
              <a:rPr lang="hu-HU" dirty="0" err="1"/>
              <a:t>React</a:t>
            </a:r>
            <a:r>
              <a:rPr lang="hu-HU" dirty="0"/>
              <a:t> segítségével a fejlesztők </a:t>
            </a:r>
            <a:r>
              <a:rPr lang="hu-HU" dirty="0" err="1"/>
              <a:t>újrahasznosítható</a:t>
            </a:r>
            <a:r>
              <a:rPr lang="hu-HU" dirty="0"/>
              <a:t> komponenseket hozhatnak létre, amelyek dinamikusan frissíthetik a felhasználói felületet anélkül, hogy az egész oldalt újra kellene tölteni.</a:t>
            </a:r>
          </a:p>
        </p:txBody>
      </p:sp>
      <p:pic>
        <p:nvPicPr>
          <p:cNvPr id="4" name="Kép 3"/>
          <p:cNvPicPr/>
          <p:nvPr/>
        </p:nvPicPr>
        <p:blipFill>
          <a:blip r:embed="rId2"/>
          <a:stretch>
            <a:fillRect/>
          </a:stretch>
        </p:blipFill>
        <p:spPr>
          <a:xfrm>
            <a:off x="3215640" y="178911"/>
            <a:ext cx="5760720" cy="1697990"/>
          </a:xfrm>
          <a:prstGeom prst="rect">
            <a:avLst/>
          </a:prstGeom>
        </p:spPr>
      </p:pic>
    </p:spTree>
    <p:extLst>
      <p:ext uri="{BB962C8B-B14F-4D97-AF65-F5344CB8AC3E}">
        <p14:creationId xmlns:p14="http://schemas.microsoft.com/office/powerpoint/2010/main" val="2029657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pPr algn="ctr"/>
            <a:r>
              <a:rPr lang="hu-HU" sz="800" b="1" dirty="0" smtClean="0"/>
              <a:t>Backend </a:t>
            </a:r>
            <a:r>
              <a:rPr lang="hu-HU" sz="800" b="1" dirty="0"/>
              <a:t>(Web API, ASP.NET CORE)</a:t>
            </a:r>
          </a:p>
        </p:txBody>
      </p:sp>
      <p:sp>
        <p:nvSpPr>
          <p:cNvPr id="3" name="Tartalom helye 2"/>
          <p:cNvSpPr>
            <a:spLocks noGrp="1"/>
          </p:cNvSpPr>
          <p:nvPr>
            <p:ph idx="1"/>
          </p:nvPr>
        </p:nvSpPr>
        <p:spPr/>
        <p:txBody>
          <a:bodyPr>
            <a:noAutofit/>
          </a:bodyPr>
          <a:lstStyle/>
          <a:p>
            <a:pPr marL="0" indent="0" algn="just">
              <a:lnSpc>
                <a:spcPct val="150000"/>
              </a:lnSpc>
              <a:buNone/>
            </a:pPr>
            <a:r>
              <a:rPr lang="hu-HU" sz="2400" dirty="0" smtClean="0"/>
              <a:t>A </a:t>
            </a:r>
            <a:r>
              <a:rPr lang="hu-HU" sz="2400" dirty="0"/>
              <a:t>backend fejlesztés egy kritikus komponense a webalkalmazásoknak, amely a szerveroldali logikára, adatbázis-kezelésre és API-</a:t>
            </a:r>
            <a:r>
              <a:rPr lang="hu-HU" sz="2400" dirty="0" err="1"/>
              <a:t>kra</a:t>
            </a:r>
            <a:r>
              <a:rPr lang="hu-HU" sz="2400" dirty="0"/>
              <a:t> összpontosít, hogy biztosítsa a kliens és a szerver közötti sima interakciókat. A backend fejlesztés magában foglalja a szerverek kezelését, amelyek a kliens kéréseket és válaszokat dolgozzák fel, valamint az adatbázisokat, amelyek biztonságosan és hatékonyan tárolják az adatokat. Az API-k (alkalmazásprogramozási interfészek) közvetítőként működnek a frontend és a backend között, lehetővé téve az adatcserét HTTP metódusok segítségével, mint például a GET, POST, PUT és DELETE.</a:t>
            </a:r>
          </a:p>
        </p:txBody>
      </p:sp>
      <p:pic>
        <p:nvPicPr>
          <p:cNvPr id="4" name="Picture 4" descr="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0" y="57821"/>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656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dirty="0"/>
          </a:p>
        </p:txBody>
      </p:sp>
      <p:sp>
        <p:nvSpPr>
          <p:cNvPr id="3" name="Tartalom helye 2"/>
          <p:cNvSpPr>
            <a:spLocks noGrp="1"/>
          </p:cNvSpPr>
          <p:nvPr>
            <p:ph idx="1"/>
          </p:nvPr>
        </p:nvSpPr>
        <p:spPr/>
        <p:txBody>
          <a:bodyPr>
            <a:noAutofit/>
          </a:bodyPr>
          <a:lstStyle/>
          <a:p>
            <a:pPr marL="0" indent="0" algn="just">
              <a:lnSpc>
                <a:spcPct val="150000"/>
              </a:lnSpc>
              <a:buNone/>
            </a:pPr>
            <a:r>
              <a:rPr lang="hu-HU" dirty="0"/>
              <a:t>Az adatbázis egy szervezett gyűjtemény, amely lehetővé teszi az adatok strukturált tárolását és kezelését. A </a:t>
            </a:r>
            <a:r>
              <a:rPr lang="hu-HU" dirty="0" err="1"/>
              <a:t>MySQL</a:t>
            </a:r>
            <a:r>
              <a:rPr lang="hu-HU" dirty="0"/>
              <a:t> egy népszerű nyílt forráskódú adatbázis-kezelő rendszer, amelyet webes alkalmazásokhoz gyakran használnak. Az adatbázis táblákból áll, ahol az egyes táblák sorokat és oszlopokat tartalmaznak, hasonlóan egy táblázathoz. Minden sor egy rekordot reprezentál, míg az oszlopok az </a:t>
            </a:r>
            <a:r>
              <a:rPr lang="hu-HU" dirty="0" err="1"/>
              <a:t>adatmezőket</a:t>
            </a:r>
            <a:r>
              <a:rPr lang="hu-HU" dirty="0"/>
              <a:t> jelölik.</a:t>
            </a:r>
          </a:p>
        </p:txBody>
      </p:sp>
      <p:pic>
        <p:nvPicPr>
          <p:cNvPr id="3075" name="Picture 3" descr="MySQL_text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9268" y="498474"/>
            <a:ext cx="3573463"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70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err="1" smtClean="0"/>
              <a:t>Github</a:t>
            </a:r>
            <a:endParaRPr lang="hu-HU" b="1" dirty="0"/>
          </a:p>
        </p:txBody>
      </p:sp>
      <p:pic>
        <p:nvPicPr>
          <p:cNvPr id="4" name="Tartalom helye 3"/>
          <p:cNvPicPr>
            <a:picLocks noGrp="1" noChangeAspect="1"/>
          </p:cNvPicPr>
          <p:nvPr>
            <p:ph idx="1"/>
          </p:nvPr>
        </p:nvPicPr>
        <p:blipFill>
          <a:blip r:embed="rId2"/>
          <a:stretch>
            <a:fillRect/>
          </a:stretch>
        </p:blipFill>
        <p:spPr>
          <a:xfrm>
            <a:off x="838200" y="1980345"/>
            <a:ext cx="10471120" cy="4024802"/>
          </a:xfrm>
          <a:prstGeom prst="rect">
            <a:avLst/>
          </a:prstGeom>
        </p:spPr>
      </p:pic>
    </p:spTree>
    <p:extLst>
      <p:ext uri="{BB962C8B-B14F-4D97-AF65-F5344CB8AC3E}">
        <p14:creationId xmlns:p14="http://schemas.microsoft.com/office/powerpoint/2010/main" val="3632783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err="1" smtClean="0"/>
              <a:t>Branchek</a:t>
            </a:r>
            <a:endParaRPr lang="hu-HU" b="1" dirty="0"/>
          </a:p>
        </p:txBody>
      </p:sp>
      <p:pic>
        <p:nvPicPr>
          <p:cNvPr id="5" name="Tartalom helye 4"/>
          <p:cNvPicPr>
            <a:picLocks noGrp="1" noChangeAspect="1"/>
          </p:cNvPicPr>
          <p:nvPr>
            <p:ph idx="1"/>
          </p:nvPr>
        </p:nvPicPr>
        <p:blipFill>
          <a:blip r:embed="rId2"/>
          <a:stretch>
            <a:fillRect/>
          </a:stretch>
        </p:blipFill>
        <p:spPr>
          <a:xfrm>
            <a:off x="1525165" y="1825625"/>
            <a:ext cx="9141669" cy="4351338"/>
          </a:xfrm>
          <a:prstGeom prst="rect">
            <a:avLst/>
          </a:prstGeom>
        </p:spPr>
      </p:pic>
    </p:spTree>
    <p:extLst>
      <p:ext uri="{BB962C8B-B14F-4D97-AF65-F5344CB8AC3E}">
        <p14:creationId xmlns:p14="http://schemas.microsoft.com/office/powerpoint/2010/main" val="4197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err="1" smtClean="0"/>
              <a:t>Trello</a:t>
            </a:r>
            <a:endParaRPr lang="hu-HU" b="1" dirty="0"/>
          </a:p>
        </p:txBody>
      </p:sp>
      <p:sp>
        <p:nvSpPr>
          <p:cNvPr id="3" name="Tartalom helye 2"/>
          <p:cNvSpPr>
            <a:spLocks noGrp="1"/>
          </p:cNvSpPr>
          <p:nvPr>
            <p:ph idx="1"/>
          </p:nvPr>
        </p:nvSpPr>
        <p:spPr/>
        <p:txBody>
          <a:bodyPr/>
          <a:lstStyle/>
          <a:p>
            <a:endParaRPr lang="hu-HU"/>
          </a:p>
        </p:txBody>
      </p:sp>
    </p:spTree>
    <p:extLst>
      <p:ext uri="{BB962C8B-B14F-4D97-AF65-F5344CB8AC3E}">
        <p14:creationId xmlns:p14="http://schemas.microsoft.com/office/powerpoint/2010/main" val="1916872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smtClean="0"/>
              <a:t>Főoldal</a:t>
            </a:r>
            <a:endParaRPr lang="hu-HU" b="1" dirty="0"/>
          </a:p>
        </p:txBody>
      </p:sp>
      <p:pic>
        <p:nvPicPr>
          <p:cNvPr id="4" name="Tartalom helye 3"/>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38021" y="1825625"/>
            <a:ext cx="9115957" cy="4351338"/>
          </a:xfrm>
          <a:prstGeom prst="rect">
            <a:avLst/>
          </a:prstGeom>
        </p:spPr>
      </p:pic>
    </p:spTree>
    <p:extLst>
      <p:ext uri="{BB962C8B-B14F-4D97-AF65-F5344CB8AC3E}">
        <p14:creationId xmlns:p14="http://schemas.microsoft.com/office/powerpoint/2010/main" val="1713506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smtClean="0"/>
              <a:t>Regisztráció</a:t>
            </a:r>
            <a:endParaRPr lang="hu-HU" b="1" dirty="0"/>
          </a:p>
        </p:txBody>
      </p:sp>
      <p:pic>
        <p:nvPicPr>
          <p:cNvPr id="4" name="Tartalom helye 3"/>
          <p:cNvPicPr>
            <a:picLocks noGrp="1"/>
          </p:cNvPicPr>
          <p:nvPr>
            <p:ph idx="1"/>
          </p:nvPr>
        </p:nvPicPr>
        <p:blipFill>
          <a:blip r:embed="rId2"/>
          <a:stretch>
            <a:fillRect/>
          </a:stretch>
        </p:blipFill>
        <p:spPr>
          <a:xfrm>
            <a:off x="1439050" y="1825625"/>
            <a:ext cx="9313900" cy="4351338"/>
          </a:xfrm>
          <a:prstGeom prst="rect">
            <a:avLst/>
          </a:prstGeom>
        </p:spPr>
      </p:pic>
    </p:spTree>
    <p:extLst>
      <p:ext uri="{BB962C8B-B14F-4D97-AF65-F5344CB8AC3E}">
        <p14:creationId xmlns:p14="http://schemas.microsoft.com/office/powerpoint/2010/main" val="1435331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smtClean="0"/>
              <a:t>Bejelentkezés</a:t>
            </a:r>
            <a:endParaRPr lang="hu-HU" b="1" dirty="0"/>
          </a:p>
        </p:txBody>
      </p:sp>
      <p:pic>
        <p:nvPicPr>
          <p:cNvPr id="4" name="Tartalom helye 3"/>
          <p:cNvPicPr>
            <a:picLocks noGrp="1"/>
          </p:cNvPicPr>
          <p:nvPr>
            <p:ph idx="1"/>
          </p:nvPr>
        </p:nvPicPr>
        <p:blipFill>
          <a:blip r:embed="rId2"/>
          <a:stretch>
            <a:fillRect/>
          </a:stretch>
        </p:blipFill>
        <p:spPr>
          <a:xfrm>
            <a:off x="1172522" y="1825625"/>
            <a:ext cx="9846955" cy="4351338"/>
          </a:xfrm>
          <a:prstGeom prst="rect">
            <a:avLst/>
          </a:prstGeom>
        </p:spPr>
      </p:pic>
    </p:spTree>
    <p:extLst>
      <p:ext uri="{BB962C8B-B14F-4D97-AF65-F5344CB8AC3E}">
        <p14:creationId xmlns:p14="http://schemas.microsoft.com/office/powerpoint/2010/main" val="97547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b="1" dirty="0" err="1" smtClean="0"/>
              <a:t>Quizeink</a:t>
            </a:r>
            <a:endParaRPr lang="hu-HU" b="1" dirty="0"/>
          </a:p>
        </p:txBody>
      </p:sp>
      <p:pic>
        <p:nvPicPr>
          <p:cNvPr id="4" name="Tartalom helye 3"/>
          <p:cNvPicPr>
            <a:picLocks noGrp="1"/>
          </p:cNvPicPr>
          <p:nvPr>
            <p:ph idx="1"/>
          </p:nvPr>
        </p:nvPicPr>
        <p:blipFill>
          <a:blip r:embed="rId2"/>
          <a:stretch>
            <a:fillRect/>
          </a:stretch>
        </p:blipFill>
        <p:spPr>
          <a:xfrm>
            <a:off x="838200" y="2251432"/>
            <a:ext cx="10515600" cy="3499723"/>
          </a:xfrm>
          <a:prstGeom prst="rect">
            <a:avLst/>
          </a:prstGeom>
        </p:spPr>
      </p:pic>
    </p:spTree>
    <p:extLst>
      <p:ext uri="{BB962C8B-B14F-4D97-AF65-F5344CB8AC3E}">
        <p14:creationId xmlns:p14="http://schemas.microsoft.com/office/powerpoint/2010/main" val="1202060128"/>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302</Words>
  <Application>Microsoft Office PowerPoint</Application>
  <PresentationFormat>Szélesvásznú</PresentationFormat>
  <Paragraphs>25</Paragraphs>
  <Slides>13</Slides>
  <Notes>0</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13</vt:i4>
      </vt:variant>
    </vt:vector>
  </HeadingPairs>
  <TitlesOfParts>
    <vt:vector size="17" baseType="lpstr">
      <vt:lpstr>Arial</vt:lpstr>
      <vt:lpstr>Calibri</vt:lpstr>
      <vt:lpstr>Calibri Light</vt:lpstr>
      <vt:lpstr>Office-téma</vt:lpstr>
      <vt:lpstr>IQInfinity</vt:lpstr>
      <vt:lpstr>Bevezető</vt:lpstr>
      <vt:lpstr>Munkafelosztás</vt:lpstr>
      <vt:lpstr>Frontend React</vt:lpstr>
      <vt:lpstr>Backend (Web API, ASP.NET CORE)</vt:lpstr>
      <vt:lpstr>PowerPoint-bemutató</vt:lpstr>
      <vt:lpstr>Github</vt:lpstr>
      <vt:lpstr>Branchek</vt:lpstr>
      <vt:lpstr>Trello</vt:lpstr>
      <vt:lpstr>Főoldal</vt:lpstr>
      <vt:lpstr>Regisztráció</vt:lpstr>
      <vt:lpstr>Bejelentkezés</vt:lpstr>
      <vt:lpstr>Quizeink</vt:lpstr>
    </vt:vector>
  </TitlesOfParts>
  <Company>MITISZK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IQInfinity</dc:title>
  <dc:creator>Tanuló</dc:creator>
  <cp:lastModifiedBy>Tanuló</cp:lastModifiedBy>
  <cp:revision>8</cp:revision>
  <dcterms:created xsi:type="dcterms:W3CDTF">2025-04-03T06:56:50Z</dcterms:created>
  <dcterms:modified xsi:type="dcterms:W3CDTF">2025-04-03T08:05:08Z</dcterms:modified>
</cp:coreProperties>
</file>
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0" r:id="rId4"/>
    <p:sldId id="257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38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AB64BF-5601-4FAC-A369-99D70012A3DF}" type="doc">
      <dgm:prSet loTypeId="urn:microsoft.com/office/officeart/2005/8/layout/bList2" loCatId="list" qsTypeId="urn:microsoft.com/office/officeart/2005/8/quickstyle/simple2" qsCatId="simple" csTypeId="urn:microsoft.com/office/officeart/2005/8/colors/accent1_2" csCatId="accent1" phldr="1"/>
      <dgm:spPr/>
    </dgm:pt>
    <dgm:pt modelId="{6D799150-5880-4C56-9CE0-E84A39B14620}">
      <dgm:prSet phldrT="[Text]"/>
      <dgm:spPr/>
      <dgm:t>
        <a:bodyPr/>
        <a:lstStyle/>
        <a:p>
          <a:r>
            <a:rPr lang="en-US" dirty="0"/>
            <a:t>Bir</a:t>
          </a:r>
          <a:r>
            <a:rPr lang="hu-HU" dirty="0"/>
            <a:t>ó Márk</a:t>
          </a:r>
          <a:endParaRPr lang="en-US" dirty="0"/>
        </a:p>
      </dgm:t>
    </dgm:pt>
    <dgm:pt modelId="{51553410-D9A3-4A65-8FA0-2CCC2F3AEB8E}" type="parTrans" cxnId="{7196CD8D-0F73-4B6E-BCD0-F11312A200F5}">
      <dgm:prSet/>
      <dgm:spPr/>
      <dgm:t>
        <a:bodyPr/>
        <a:lstStyle/>
        <a:p>
          <a:endParaRPr lang="en-US"/>
        </a:p>
      </dgm:t>
    </dgm:pt>
    <dgm:pt modelId="{BAC027ED-A955-4E31-B3C5-8E92DFCC1440}" type="sibTrans" cxnId="{7196CD8D-0F73-4B6E-BCD0-F11312A200F5}">
      <dgm:prSet/>
      <dgm:spPr/>
      <dgm:t>
        <a:bodyPr/>
        <a:lstStyle/>
        <a:p>
          <a:endParaRPr lang="en-US"/>
        </a:p>
      </dgm:t>
    </dgm:pt>
    <dgm:pt modelId="{9CBB8670-BCF0-468A-8BEC-772EC2CB0A17}">
      <dgm:prSet phldrT="[Text]"/>
      <dgm:spPr/>
      <dgm:t>
        <a:bodyPr/>
        <a:lstStyle/>
        <a:p>
          <a:r>
            <a:rPr lang="hu-HU" dirty="0" err="1"/>
            <a:t>Karanyicz</a:t>
          </a:r>
          <a:r>
            <a:rPr lang="hu-HU" dirty="0"/>
            <a:t> Gábor</a:t>
          </a:r>
          <a:endParaRPr lang="en-US" dirty="0"/>
        </a:p>
      </dgm:t>
    </dgm:pt>
    <dgm:pt modelId="{FFDC311E-30C3-4003-A907-7A79480450A2}" type="parTrans" cxnId="{823DC827-106F-4C9D-8846-13A33DD26C8B}">
      <dgm:prSet/>
      <dgm:spPr/>
      <dgm:t>
        <a:bodyPr/>
        <a:lstStyle/>
        <a:p>
          <a:endParaRPr lang="en-US"/>
        </a:p>
      </dgm:t>
    </dgm:pt>
    <dgm:pt modelId="{0B6BE84E-0556-4B5A-BC98-D5F020AA0CCB}" type="sibTrans" cxnId="{823DC827-106F-4C9D-8846-13A33DD26C8B}">
      <dgm:prSet/>
      <dgm:spPr/>
      <dgm:t>
        <a:bodyPr/>
        <a:lstStyle/>
        <a:p>
          <a:endParaRPr lang="en-US"/>
        </a:p>
      </dgm:t>
    </dgm:pt>
    <dgm:pt modelId="{CC3462C6-82DA-4BFD-9A80-D8B8681AFC0D}">
      <dgm:prSet phldrT="[Text]"/>
      <dgm:spPr/>
      <dgm:t>
        <a:bodyPr/>
        <a:lstStyle/>
        <a:p>
          <a:r>
            <a:rPr lang="hu-HU" dirty="0"/>
            <a:t>Peremiczky István</a:t>
          </a:r>
          <a:endParaRPr lang="en-US" dirty="0"/>
        </a:p>
      </dgm:t>
    </dgm:pt>
    <dgm:pt modelId="{46F979EB-20DA-456E-B7D3-09C1BD629EED}" type="parTrans" cxnId="{1D96E0D0-D732-490A-B5B1-E9550487D6D4}">
      <dgm:prSet/>
      <dgm:spPr/>
      <dgm:t>
        <a:bodyPr/>
        <a:lstStyle/>
        <a:p>
          <a:endParaRPr lang="en-US"/>
        </a:p>
      </dgm:t>
    </dgm:pt>
    <dgm:pt modelId="{313ED08F-F1F0-430C-AD53-23604D0E19B3}" type="sibTrans" cxnId="{1D96E0D0-D732-490A-B5B1-E9550487D6D4}">
      <dgm:prSet/>
      <dgm:spPr/>
      <dgm:t>
        <a:bodyPr/>
        <a:lstStyle/>
        <a:p>
          <a:endParaRPr lang="en-US"/>
        </a:p>
      </dgm:t>
    </dgm:pt>
    <dgm:pt modelId="{F774EF34-B05A-4F75-AF7D-38936A6CA516}">
      <dgm:prSet/>
      <dgm:spPr/>
      <dgm:t>
        <a:bodyPr/>
        <a:lstStyle/>
        <a:p>
          <a:endParaRPr lang="en-US" dirty="0"/>
        </a:p>
      </dgm:t>
    </dgm:pt>
    <dgm:pt modelId="{B87CF5A5-3C73-400F-B58D-81D06089CC16}" type="parTrans" cxnId="{B5CF5EFD-1EBA-4B6E-A677-DF1B9FA90DC6}">
      <dgm:prSet/>
      <dgm:spPr/>
      <dgm:t>
        <a:bodyPr/>
        <a:lstStyle/>
        <a:p>
          <a:endParaRPr lang="en-US"/>
        </a:p>
      </dgm:t>
    </dgm:pt>
    <dgm:pt modelId="{B31990E3-A5F9-4520-9D98-1E4BA488668B}" type="sibTrans" cxnId="{B5CF5EFD-1EBA-4B6E-A677-DF1B9FA90DC6}">
      <dgm:prSet/>
      <dgm:spPr/>
      <dgm:t>
        <a:bodyPr/>
        <a:lstStyle/>
        <a:p>
          <a:endParaRPr lang="en-US"/>
        </a:p>
      </dgm:t>
    </dgm:pt>
    <dgm:pt modelId="{D6B8037F-FD8D-4BFD-8516-21E0B5A3C6C9}">
      <dgm:prSet/>
      <dgm:spPr/>
      <dgm:t>
        <a:bodyPr/>
        <a:lstStyle/>
        <a:p>
          <a:endParaRPr lang="en-US"/>
        </a:p>
      </dgm:t>
    </dgm:pt>
    <dgm:pt modelId="{7DC16D30-0A91-4AEF-9C5D-26E735F219CC}" type="parTrans" cxnId="{BAF83B2E-0AC2-4B73-96D2-24A5503BC07A}">
      <dgm:prSet/>
      <dgm:spPr/>
      <dgm:t>
        <a:bodyPr/>
        <a:lstStyle/>
        <a:p>
          <a:endParaRPr lang="en-US"/>
        </a:p>
      </dgm:t>
    </dgm:pt>
    <dgm:pt modelId="{043FB336-63B7-4229-9A7F-50A7FDF76260}" type="sibTrans" cxnId="{BAF83B2E-0AC2-4B73-96D2-24A5503BC07A}">
      <dgm:prSet/>
      <dgm:spPr/>
      <dgm:t>
        <a:bodyPr/>
        <a:lstStyle/>
        <a:p>
          <a:endParaRPr lang="en-US"/>
        </a:p>
      </dgm:t>
    </dgm:pt>
    <dgm:pt modelId="{3008B688-054F-45E7-810E-89844F4451E4}" type="pres">
      <dgm:prSet presAssocID="{88AB64BF-5601-4FAC-A369-99D70012A3DF}" presName="diagram" presStyleCnt="0">
        <dgm:presLayoutVars>
          <dgm:dir/>
          <dgm:animLvl val="lvl"/>
          <dgm:resizeHandles val="exact"/>
        </dgm:presLayoutVars>
      </dgm:prSet>
      <dgm:spPr/>
    </dgm:pt>
    <dgm:pt modelId="{7AC83524-007B-4BB5-B3C6-F949C5E39FA0}" type="pres">
      <dgm:prSet presAssocID="{6D799150-5880-4C56-9CE0-E84A39B14620}" presName="compNode" presStyleCnt="0"/>
      <dgm:spPr/>
    </dgm:pt>
    <dgm:pt modelId="{82C28FA3-DD39-4089-AF2C-5FF8AFFDA22F}" type="pres">
      <dgm:prSet presAssocID="{6D799150-5880-4C56-9CE0-E84A39B14620}" presName="childRect" presStyleLbl="bgAcc1" presStyleIdx="0" presStyleCnt="3">
        <dgm:presLayoutVars>
          <dgm:bulletEnabled val="1"/>
        </dgm:presLayoutVars>
      </dgm:prSet>
      <dgm:spPr/>
    </dgm:pt>
    <dgm:pt modelId="{C7194C14-98DE-44A1-A8AD-3B3C1D0032E8}" type="pres">
      <dgm:prSet presAssocID="{6D799150-5880-4C56-9CE0-E84A39B14620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5511E6B1-0675-48D4-8ABF-5055F2A438A3}" type="pres">
      <dgm:prSet presAssocID="{6D799150-5880-4C56-9CE0-E84A39B14620}" presName="parentRect" presStyleLbl="alignNode1" presStyleIdx="0" presStyleCnt="3"/>
      <dgm:spPr/>
    </dgm:pt>
    <dgm:pt modelId="{461A98C2-0776-4A71-B38B-DF110B9CA988}" type="pres">
      <dgm:prSet presAssocID="{6D799150-5880-4C56-9CE0-E84A39B14620}" presName="adorn" presStyleLbl="fgAccFollow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81E1C21A-BD30-4FC8-AE53-238A2ABD5889}" type="pres">
      <dgm:prSet presAssocID="{BAC027ED-A955-4E31-B3C5-8E92DFCC1440}" presName="sibTrans" presStyleLbl="sibTrans2D1" presStyleIdx="0" presStyleCnt="0"/>
      <dgm:spPr/>
    </dgm:pt>
    <dgm:pt modelId="{70EE45C3-5740-4F8E-A91C-5CDBA83908AE}" type="pres">
      <dgm:prSet presAssocID="{9CBB8670-BCF0-468A-8BEC-772EC2CB0A17}" presName="compNode" presStyleCnt="0"/>
      <dgm:spPr/>
    </dgm:pt>
    <dgm:pt modelId="{4A717B79-E910-4E2F-A3CF-8771DB96A804}" type="pres">
      <dgm:prSet presAssocID="{9CBB8670-BCF0-468A-8BEC-772EC2CB0A17}" presName="childRect" presStyleLbl="bgAcc1" presStyleIdx="1" presStyleCnt="3">
        <dgm:presLayoutVars>
          <dgm:bulletEnabled val="1"/>
        </dgm:presLayoutVars>
      </dgm:prSet>
      <dgm:spPr/>
    </dgm:pt>
    <dgm:pt modelId="{C944C62F-BA43-4463-A3DA-4543AC36998B}" type="pres">
      <dgm:prSet presAssocID="{9CBB8670-BCF0-468A-8BEC-772EC2CB0A17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98AD3C38-D91C-458C-8EE1-9ADA627A92EE}" type="pres">
      <dgm:prSet presAssocID="{9CBB8670-BCF0-468A-8BEC-772EC2CB0A17}" presName="parentRect" presStyleLbl="alignNode1" presStyleIdx="1" presStyleCnt="3"/>
      <dgm:spPr/>
    </dgm:pt>
    <dgm:pt modelId="{F68C0D03-4119-4B98-AB55-B7D837F66B12}" type="pres">
      <dgm:prSet presAssocID="{9CBB8670-BCF0-468A-8BEC-772EC2CB0A17}" presName="adorn" presStyleLbl="fgAccFollow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08B37CA6-EEBB-461A-AB10-0DC93F969116}" type="pres">
      <dgm:prSet presAssocID="{0B6BE84E-0556-4B5A-BC98-D5F020AA0CCB}" presName="sibTrans" presStyleLbl="sibTrans2D1" presStyleIdx="0" presStyleCnt="0"/>
      <dgm:spPr/>
    </dgm:pt>
    <dgm:pt modelId="{4CE95D98-3EF8-46B8-B9D1-8DCEE6CCCE93}" type="pres">
      <dgm:prSet presAssocID="{CC3462C6-82DA-4BFD-9A80-D8B8681AFC0D}" presName="compNode" presStyleCnt="0"/>
      <dgm:spPr/>
    </dgm:pt>
    <dgm:pt modelId="{43D00CE1-4064-41CE-BC9C-E4A6581EBD86}" type="pres">
      <dgm:prSet presAssocID="{CC3462C6-82DA-4BFD-9A80-D8B8681AFC0D}" presName="childRect" presStyleLbl="bgAcc1" presStyleIdx="2" presStyleCnt="3">
        <dgm:presLayoutVars>
          <dgm:bulletEnabled val="1"/>
        </dgm:presLayoutVars>
      </dgm:prSet>
      <dgm:spPr/>
    </dgm:pt>
    <dgm:pt modelId="{248D2E80-D91F-43B7-BA14-43A7140048A6}" type="pres">
      <dgm:prSet presAssocID="{CC3462C6-82DA-4BFD-9A80-D8B8681AFC0D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8FB15311-9FD5-49FB-946D-41F74DBE6B11}" type="pres">
      <dgm:prSet presAssocID="{CC3462C6-82DA-4BFD-9A80-D8B8681AFC0D}" presName="parentRect" presStyleLbl="alignNode1" presStyleIdx="2" presStyleCnt="3"/>
      <dgm:spPr/>
    </dgm:pt>
    <dgm:pt modelId="{51CF1C2D-D2CB-46F8-91BE-236AE9151980}" type="pres">
      <dgm:prSet presAssocID="{CC3462C6-82DA-4BFD-9A80-D8B8681AFC0D}" presName="adorn" presStyleLbl="fgAccFollowNode1" presStyleIdx="2" presStyleCnt="3"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</dgm:ptLst>
  <dgm:cxnLst>
    <dgm:cxn modelId="{823DC827-106F-4C9D-8846-13A33DD26C8B}" srcId="{88AB64BF-5601-4FAC-A369-99D70012A3DF}" destId="{9CBB8670-BCF0-468A-8BEC-772EC2CB0A17}" srcOrd="1" destOrd="0" parTransId="{FFDC311E-30C3-4003-A907-7A79480450A2}" sibTransId="{0B6BE84E-0556-4B5A-BC98-D5F020AA0CCB}"/>
    <dgm:cxn modelId="{BAF83B2E-0AC2-4B73-96D2-24A5503BC07A}" srcId="{CC3462C6-82DA-4BFD-9A80-D8B8681AFC0D}" destId="{D6B8037F-FD8D-4BFD-8516-21E0B5A3C6C9}" srcOrd="0" destOrd="0" parTransId="{7DC16D30-0A91-4AEF-9C5D-26E735F219CC}" sibTransId="{043FB336-63B7-4229-9A7F-50A7FDF76260}"/>
    <dgm:cxn modelId="{9E4DF65B-69B7-4F6B-BA49-85E4D9422A80}" type="presOf" srcId="{BAC027ED-A955-4E31-B3C5-8E92DFCC1440}" destId="{81E1C21A-BD30-4FC8-AE53-238A2ABD5889}" srcOrd="0" destOrd="0" presId="urn:microsoft.com/office/officeart/2005/8/layout/bList2"/>
    <dgm:cxn modelId="{5BCB375F-4426-47BC-9A8C-BDAF7182D62A}" type="presOf" srcId="{CC3462C6-82DA-4BFD-9A80-D8B8681AFC0D}" destId="{248D2E80-D91F-43B7-BA14-43A7140048A6}" srcOrd="0" destOrd="0" presId="urn:microsoft.com/office/officeart/2005/8/layout/bList2"/>
    <dgm:cxn modelId="{61BCA669-9661-4D3D-80D0-6173F480D2EB}" type="presOf" srcId="{D6B8037F-FD8D-4BFD-8516-21E0B5A3C6C9}" destId="{43D00CE1-4064-41CE-BC9C-E4A6581EBD86}" srcOrd="0" destOrd="0" presId="urn:microsoft.com/office/officeart/2005/8/layout/bList2"/>
    <dgm:cxn modelId="{9A152F6F-CDA3-49F4-9EA4-6898F44DDE47}" type="presOf" srcId="{CC3462C6-82DA-4BFD-9A80-D8B8681AFC0D}" destId="{8FB15311-9FD5-49FB-946D-41F74DBE6B11}" srcOrd="1" destOrd="0" presId="urn:microsoft.com/office/officeart/2005/8/layout/bList2"/>
    <dgm:cxn modelId="{4175E66F-BB93-4D3E-9719-93138F8DE25D}" type="presOf" srcId="{9CBB8670-BCF0-468A-8BEC-772EC2CB0A17}" destId="{C944C62F-BA43-4463-A3DA-4543AC36998B}" srcOrd="0" destOrd="0" presId="urn:microsoft.com/office/officeart/2005/8/layout/bList2"/>
    <dgm:cxn modelId="{28121A7D-E82F-412F-9B0B-314C308D67B4}" type="presOf" srcId="{F774EF34-B05A-4F75-AF7D-38936A6CA516}" destId="{4A717B79-E910-4E2F-A3CF-8771DB96A804}" srcOrd="0" destOrd="0" presId="urn:microsoft.com/office/officeart/2005/8/layout/bList2"/>
    <dgm:cxn modelId="{7196CD8D-0F73-4B6E-BCD0-F11312A200F5}" srcId="{88AB64BF-5601-4FAC-A369-99D70012A3DF}" destId="{6D799150-5880-4C56-9CE0-E84A39B14620}" srcOrd="0" destOrd="0" parTransId="{51553410-D9A3-4A65-8FA0-2CCC2F3AEB8E}" sibTransId="{BAC027ED-A955-4E31-B3C5-8E92DFCC1440}"/>
    <dgm:cxn modelId="{D468679D-7F6E-418D-844D-2119C495234A}" type="presOf" srcId="{9CBB8670-BCF0-468A-8BEC-772EC2CB0A17}" destId="{98AD3C38-D91C-458C-8EE1-9ADA627A92EE}" srcOrd="1" destOrd="0" presId="urn:microsoft.com/office/officeart/2005/8/layout/bList2"/>
    <dgm:cxn modelId="{987788AE-729B-45C0-9593-22BCCF555FF5}" type="presOf" srcId="{0B6BE84E-0556-4B5A-BC98-D5F020AA0CCB}" destId="{08B37CA6-EEBB-461A-AB10-0DC93F969116}" srcOrd="0" destOrd="0" presId="urn:microsoft.com/office/officeart/2005/8/layout/bList2"/>
    <dgm:cxn modelId="{9A4A0BB6-1B78-4E95-8472-05827E42A621}" type="presOf" srcId="{88AB64BF-5601-4FAC-A369-99D70012A3DF}" destId="{3008B688-054F-45E7-810E-89844F4451E4}" srcOrd="0" destOrd="0" presId="urn:microsoft.com/office/officeart/2005/8/layout/bList2"/>
    <dgm:cxn modelId="{21C52EB6-940E-43F6-9A5B-0B567E842C2F}" type="presOf" srcId="{6D799150-5880-4C56-9CE0-E84A39B14620}" destId="{5511E6B1-0675-48D4-8ABF-5055F2A438A3}" srcOrd="1" destOrd="0" presId="urn:microsoft.com/office/officeart/2005/8/layout/bList2"/>
    <dgm:cxn modelId="{1D96E0D0-D732-490A-B5B1-E9550487D6D4}" srcId="{88AB64BF-5601-4FAC-A369-99D70012A3DF}" destId="{CC3462C6-82DA-4BFD-9A80-D8B8681AFC0D}" srcOrd="2" destOrd="0" parTransId="{46F979EB-20DA-456E-B7D3-09C1BD629EED}" sibTransId="{313ED08F-F1F0-430C-AD53-23604D0E19B3}"/>
    <dgm:cxn modelId="{FFA4B3ED-A1F4-40EC-8A4C-51C56D3AD951}" type="presOf" srcId="{6D799150-5880-4C56-9CE0-E84A39B14620}" destId="{C7194C14-98DE-44A1-A8AD-3B3C1D0032E8}" srcOrd="0" destOrd="0" presId="urn:microsoft.com/office/officeart/2005/8/layout/bList2"/>
    <dgm:cxn modelId="{B5CF5EFD-1EBA-4B6E-A677-DF1B9FA90DC6}" srcId="{9CBB8670-BCF0-468A-8BEC-772EC2CB0A17}" destId="{F774EF34-B05A-4F75-AF7D-38936A6CA516}" srcOrd="0" destOrd="0" parTransId="{B87CF5A5-3C73-400F-B58D-81D06089CC16}" sibTransId="{B31990E3-A5F9-4520-9D98-1E4BA488668B}"/>
    <dgm:cxn modelId="{A6FABD0E-361A-42E6-984A-E49CA728719A}" type="presParOf" srcId="{3008B688-054F-45E7-810E-89844F4451E4}" destId="{7AC83524-007B-4BB5-B3C6-F949C5E39FA0}" srcOrd="0" destOrd="0" presId="urn:microsoft.com/office/officeart/2005/8/layout/bList2"/>
    <dgm:cxn modelId="{237DD397-78C0-4E0B-8FC7-35827CAD9C14}" type="presParOf" srcId="{7AC83524-007B-4BB5-B3C6-F949C5E39FA0}" destId="{82C28FA3-DD39-4089-AF2C-5FF8AFFDA22F}" srcOrd="0" destOrd="0" presId="urn:microsoft.com/office/officeart/2005/8/layout/bList2"/>
    <dgm:cxn modelId="{5FAD0C57-B8FC-4A18-B77F-D6DA3F414E8D}" type="presParOf" srcId="{7AC83524-007B-4BB5-B3C6-F949C5E39FA0}" destId="{C7194C14-98DE-44A1-A8AD-3B3C1D0032E8}" srcOrd="1" destOrd="0" presId="urn:microsoft.com/office/officeart/2005/8/layout/bList2"/>
    <dgm:cxn modelId="{37707BD5-1ED6-4D52-87D5-EABFFA52CD4A}" type="presParOf" srcId="{7AC83524-007B-4BB5-B3C6-F949C5E39FA0}" destId="{5511E6B1-0675-48D4-8ABF-5055F2A438A3}" srcOrd="2" destOrd="0" presId="urn:microsoft.com/office/officeart/2005/8/layout/bList2"/>
    <dgm:cxn modelId="{1A3E35EB-A9A6-49E9-8BA4-792A99C342F2}" type="presParOf" srcId="{7AC83524-007B-4BB5-B3C6-F949C5E39FA0}" destId="{461A98C2-0776-4A71-B38B-DF110B9CA988}" srcOrd="3" destOrd="0" presId="urn:microsoft.com/office/officeart/2005/8/layout/bList2"/>
    <dgm:cxn modelId="{A40186CF-732D-4582-869C-23B6ED51B878}" type="presParOf" srcId="{3008B688-054F-45E7-810E-89844F4451E4}" destId="{81E1C21A-BD30-4FC8-AE53-238A2ABD5889}" srcOrd="1" destOrd="0" presId="urn:microsoft.com/office/officeart/2005/8/layout/bList2"/>
    <dgm:cxn modelId="{C87EDB15-9646-49AB-8AB3-C7CA7A8FB9F3}" type="presParOf" srcId="{3008B688-054F-45E7-810E-89844F4451E4}" destId="{70EE45C3-5740-4F8E-A91C-5CDBA83908AE}" srcOrd="2" destOrd="0" presId="urn:microsoft.com/office/officeart/2005/8/layout/bList2"/>
    <dgm:cxn modelId="{183A5DC6-150D-4F2A-A808-7F0DFF8F8AA6}" type="presParOf" srcId="{70EE45C3-5740-4F8E-A91C-5CDBA83908AE}" destId="{4A717B79-E910-4E2F-A3CF-8771DB96A804}" srcOrd="0" destOrd="0" presId="urn:microsoft.com/office/officeart/2005/8/layout/bList2"/>
    <dgm:cxn modelId="{6F3CEA26-8D7C-4E02-8B09-4E861DF6FA21}" type="presParOf" srcId="{70EE45C3-5740-4F8E-A91C-5CDBA83908AE}" destId="{C944C62F-BA43-4463-A3DA-4543AC36998B}" srcOrd="1" destOrd="0" presId="urn:microsoft.com/office/officeart/2005/8/layout/bList2"/>
    <dgm:cxn modelId="{2B6B59B7-7A38-4CB7-99D5-5F9278D53687}" type="presParOf" srcId="{70EE45C3-5740-4F8E-A91C-5CDBA83908AE}" destId="{98AD3C38-D91C-458C-8EE1-9ADA627A92EE}" srcOrd="2" destOrd="0" presId="urn:microsoft.com/office/officeart/2005/8/layout/bList2"/>
    <dgm:cxn modelId="{8293C111-5DED-4058-99DB-59C1E92B08C3}" type="presParOf" srcId="{70EE45C3-5740-4F8E-A91C-5CDBA83908AE}" destId="{F68C0D03-4119-4B98-AB55-B7D837F66B12}" srcOrd="3" destOrd="0" presId="urn:microsoft.com/office/officeart/2005/8/layout/bList2"/>
    <dgm:cxn modelId="{3C912E94-0786-4421-B76C-45D2D6A1A41C}" type="presParOf" srcId="{3008B688-054F-45E7-810E-89844F4451E4}" destId="{08B37CA6-EEBB-461A-AB10-0DC93F969116}" srcOrd="3" destOrd="0" presId="urn:microsoft.com/office/officeart/2005/8/layout/bList2"/>
    <dgm:cxn modelId="{7D96AC72-8A50-4419-9468-4515745BC22B}" type="presParOf" srcId="{3008B688-054F-45E7-810E-89844F4451E4}" destId="{4CE95D98-3EF8-46B8-B9D1-8DCEE6CCCE93}" srcOrd="4" destOrd="0" presId="urn:microsoft.com/office/officeart/2005/8/layout/bList2"/>
    <dgm:cxn modelId="{AF3839A2-D3EC-40B1-AE9C-70E202DE81DF}" type="presParOf" srcId="{4CE95D98-3EF8-46B8-B9D1-8DCEE6CCCE93}" destId="{43D00CE1-4064-41CE-BC9C-E4A6581EBD86}" srcOrd="0" destOrd="0" presId="urn:microsoft.com/office/officeart/2005/8/layout/bList2"/>
    <dgm:cxn modelId="{222BF03D-2941-43C9-88AE-D388C7346262}" type="presParOf" srcId="{4CE95D98-3EF8-46B8-B9D1-8DCEE6CCCE93}" destId="{248D2E80-D91F-43B7-BA14-43A7140048A6}" srcOrd="1" destOrd="0" presId="urn:microsoft.com/office/officeart/2005/8/layout/bList2"/>
    <dgm:cxn modelId="{720EB0C8-5D82-4AFC-8068-EB45EF7C0E38}" type="presParOf" srcId="{4CE95D98-3EF8-46B8-B9D1-8DCEE6CCCE93}" destId="{8FB15311-9FD5-49FB-946D-41F74DBE6B11}" srcOrd="2" destOrd="0" presId="urn:microsoft.com/office/officeart/2005/8/layout/bList2"/>
    <dgm:cxn modelId="{55DDE697-26E3-4A90-8D0F-C056789EEADA}" type="presParOf" srcId="{4CE95D98-3EF8-46B8-B9D1-8DCEE6CCCE93}" destId="{51CF1C2D-D2CB-46F8-91BE-236AE9151980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4AE27B-385B-4CD0-BEE2-87A157932160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2F4B57-CE5A-448C-B4EC-6BA83FCF6ABF}">
      <dgm:prSet phldrT="[Text]"/>
      <dgm:spPr/>
      <dgm:t>
        <a:bodyPr/>
        <a:lstStyle/>
        <a:p>
          <a:r>
            <a:rPr lang="hu-HU" dirty="0" err="1"/>
            <a:t>React</a:t>
          </a:r>
          <a:endParaRPr lang="en-US" dirty="0"/>
        </a:p>
      </dgm:t>
    </dgm:pt>
    <dgm:pt modelId="{BEDBD026-BA30-4E10-ACF1-19BE1045FB52}" type="parTrans" cxnId="{5365AD05-5494-49E6-9045-A78008B1FAF9}">
      <dgm:prSet/>
      <dgm:spPr/>
      <dgm:t>
        <a:bodyPr/>
        <a:lstStyle/>
        <a:p>
          <a:endParaRPr lang="en-US"/>
        </a:p>
      </dgm:t>
    </dgm:pt>
    <dgm:pt modelId="{DEE558CF-71B0-4648-AA2A-0D53BAFBD947}" type="sibTrans" cxnId="{5365AD05-5494-49E6-9045-A78008B1FAF9}">
      <dgm:prSet/>
      <dgm:spPr/>
      <dgm:t>
        <a:bodyPr/>
        <a:lstStyle/>
        <a:p>
          <a:endParaRPr lang="en-US"/>
        </a:p>
      </dgm:t>
    </dgm:pt>
    <dgm:pt modelId="{375BC040-9F0A-4318-8155-000F89B635DF}">
      <dgm:prSet phldrT="[Text]"/>
      <dgm:spPr/>
      <dgm:t>
        <a:bodyPr/>
        <a:lstStyle/>
        <a:p>
          <a:r>
            <a:rPr lang="hu-HU" dirty="0"/>
            <a:t>HTML</a:t>
          </a:r>
          <a:endParaRPr lang="en-US" dirty="0"/>
        </a:p>
      </dgm:t>
    </dgm:pt>
    <dgm:pt modelId="{910BE4E3-1C95-4D4F-AB26-348A85A6F073}" type="parTrans" cxnId="{0989070C-544F-4FFA-A9D3-DAB4F4B16E4B}">
      <dgm:prSet/>
      <dgm:spPr/>
      <dgm:t>
        <a:bodyPr/>
        <a:lstStyle/>
        <a:p>
          <a:endParaRPr lang="en-US"/>
        </a:p>
      </dgm:t>
    </dgm:pt>
    <dgm:pt modelId="{282E70CC-C649-4CCF-AFC5-86FCF8979ED7}" type="sibTrans" cxnId="{0989070C-544F-4FFA-A9D3-DAB4F4B16E4B}">
      <dgm:prSet/>
      <dgm:spPr/>
      <dgm:t>
        <a:bodyPr/>
        <a:lstStyle/>
        <a:p>
          <a:endParaRPr lang="en-US"/>
        </a:p>
      </dgm:t>
    </dgm:pt>
    <dgm:pt modelId="{C1361CD7-F7CF-4926-8B3B-EAAA673917F5}">
      <dgm:prSet phldrT="[Text]"/>
      <dgm:spPr/>
      <dgm:t>
        <a:bodyPr/>
        <a:lstStyle/>
        <a:p>
          <a:r>
            <a:rPr lang="hu-HU" dirty="0"/>
            <a:t>CSS</a:t>
          </a:r>
          <a:endParaRPr lang="en-US" dirty="0"/>
        </a:p>
      </dgm:t>
    </dgm:pt>
    <dgm:pt modelId="{2483078F-FDC1-4AF7-960F-9AEBE7C730B6}" type="parTrans" cxnId="{3E599403-0C88-4653-ABE5-10D87071E4BA}">
      <dgm:prSet/>
      <dgm:spPr/>
      <dgm:t>
        <a:bodyPr/>
        <a:lstStyle/>
        <a:p>
          <a:endParaRPr lang="en-US"/>
        </a:p>
      </dgm:t>
    </dgm:pt>
    <dgm:pt modelId="{92262478-695E-436D-804D-8257F3DC7061}" type="sibTrans" cxnId="{3E599403-0C88-4653-ABE5-10D87071E4BA}">
      <dgm:prSet/>
      <dgm:spPr/>
      <dgm:t>
        <a:bodyPr/>
        <a:lstStyle/>
        <a:p>
          <a:endParaRPr lang="en-US"/>
        </a:p>
      </dgm:t>
    </dgm:pt>
    <dgm:pt modelId="{F20D862F-2363-4F39-AB65-385AF9B4ADFF}">
      <dgm:prSet phldrT="[Text]"/>
      <dgm:spPr/>
      <dgm:t>
        <a:bodyPr/>
        <a:lstStyle/>
        <a:p>
          <a:r>
            <a:rPr lang="hu-HU" dirty="0" err="1"/>
            <a:t>Bootstrap</a:t>
          </a:r>
          <a:endParaRPr lang="en-US" dirty="0"/>
        </a:p>
      </dgm:t>
    </dgm:pt>
    <dgm:pt modelId="{18D6E5B4-A78F-4016-ADF0-3FC872DC7AD4}" type="parTrans" cxnId="{47877ED0-CAB3-4D06-AE74-CA2BF01D33AE}">
      <dgm:prSet/>
      <dgm:spPr/>
      <dgm:t>
        <a:bodyPr/>
        <a:lstStyle/>
        <a:p>
          <a:endParaRPr lang="en-US"/>
        </a:p>
      </dgm:t>
    </dgm:pt>
    <dgm:pt modelId="{7E528909-72D6-4EE1-B198-72C1A77691FD}" type="sibTrans" cxnId="{47877ED0-CAB3-4D06-AE74-CA2BF01D33AE}">
      <dgm:prSet/>
      <dgm:spPr/>
      <dgm:t>
        <a:bodyPr/>
        <a:lstStyle/>
        <a:p>
          <a:endParaRPr lang="en-US"/>
        </a:p>
      </dgm:t>
    </dgm:pt>
    <dgm:pt modelId="{A6D46C27-F81D-44DD-8044-1986E2EF9EAC}" type="pres">
      <dgm:prSet presAssocID="{C74AE27B-385B-4CD0-BEE2-87A157932160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F7D8DCA-2884-424E-8F1C-1328923E4AE2}" type="pres">
      <dgm:prSet presAssocID="{982F4B57-CE5A-448C-B4EC-6BA83FCF6ABF}" presName="root1" presStyleCnt="0"/>
      <dgm:spPr/>
    </dgm:pt>
    <dgm:pt modelId="{ED5EC7EB-592A-4089-893D-6A6B88E4F181}" type="pres">
      <dgm:prSet presAssocID="{982F4B57-CE5A-448C-B4EC-6BA83FCF6ABF}" presName="LevelOneTextNode" presStyleLbl="node0" presStyleIdx="0" presStyleCnt="1">
        <dgm:presLayoutVars>
          <dgm:chPref val="3"/>
        </dgm:presLayoutVars>
      </dgm:prSet>
      <dgm:spPr/>
    </dgm:pt>
    <dgm:pt modelId="{52A0D18C-5528-40BC-89CD-43CAC372AD9C}" type="pres">
      <dgm:prSet presAssocID="{982F4B57-CE5A-448C-B4EC-6BA83FCF6ABF}" presName="level2hierChild" presStyleCnt="0"/>
      <dgm:spPr/>
    </dgm:pt>
    <dgm:pt modelId="{083DD061-B69A-4966-A5D4-A80B134AA4F4}" type="pres">
      <dgm:prSet presAssocID="{910BE4E3-1C95-4D4F-AB26-348A85A6F073}" presName="conn2-1" presStyleLbl="parChTrans1D2" presStyleIdx="0" presStyleCnt="3"/>
      <dgm:spPr/>
    </dgm:pt>
    <dgm:pt modelId="{048FC0F8-18DF-43E9-ABC5-0C6B24CFFF35}" type="pres">
      <dgm:prSet presAssocID="{910BE4E3-1C95-4D4F-AB26-348A85A6F073}" presName="connTx" presStyleLbl="parChTrans1D2" presStyleIdx="0" presStyleCnt="3"/>
      <dgm:spPr/>
    </dgm:pt>
    <dgm:pt modelId="{6922DA5F-90CD-4522-80F6-FFFD64943ACE}" type="pres">
      <dgm:prSet presAssocID="{375BC040-9F0A-4318-8155-000F89B635DF}" presName="root2" presStyleCnt="0"/>
      <dgm:spPr/>
    </dgm:pt>
    <dgm:pt modelId="{DABBCBD9-3BBE-4C99-8DDC-1378DE641430}" type="pres">
      <dgm:prSet presAssocID="{375BC040-9F0A-4318-8155-000F89B635DF}" presName="LevelTwoTextNode" presStyleLbl="node2" presStyleIdx="0" presStyleCnt="3">
        <dgm:presLayoutVars>
          <dgm:chPref val="3"/>
        </dgm:presLayoutVars>
      </dgm:prSet>
      <dgm:spPr/>
    </dgm:pt>
    <dgm:pt modelId="{55940E00-975E-4631-A543-FF6D66DEE893}" type="pres">
      <dgm:prSet presAssocID="{375BC040-9F0A-4318-8155-000F89B635DF}" presName="level3hierChild" presStyleCnt="0"/>
      <dgm:spPr/>
    </dgm:pt>
    <dgm:pt modelId="{6DAD2322-B712-4430-930F-3162300FBE54}" type="pres">
      <dgm:prSet presAssocID="{2483078F-FDC1-4AF7-960F-9AEBE7C730B6}" presName="conn2-1" presStyleLbl="parChTrans1D2" presStyleIdx="1" presStyleCnt="3"/>
      <dgm:spPr/>
    </dgm:pt>
    <dgm:pt modelId="{48460378-B8CC-4849-ACD8-1B0D8C714419}" type="pres">
      <dgm:prSet presAssocID="{2483078F-FDC1-4AF7-960F-9AEBE7C730B6}" presName="connTx" presStyleLbl="parChTrans1D2" presStyleIdx="1" presStyleCnt="3"/>
      <dgm:spPr/>
    </dgm:pt>
    <dgm:pt modelId="{AF44F7D2-C906-4024-A4EB-A6A4C6A4CDDC}" type="pres">
      <dgm:prSet presAssocID="{C1361CD7-F7CF-4926-8B3B-EAAA673917F5}" presName="root2" presStyleCnt="0"/>
      <dgm:spPr/>
    </dgm:pt>
    <dgm:pt modelId="{F504AF8A-1BF3-4077-8A81-7ADB5B4F4C52}" type="pres">
      <dgm:prSet presAssocID="{C1361CD7-F7CF-4926-8B3B-EAAA673917F5}" presName="LevelTwoTextNode" presStyleLbl="node2" presStyleIdx="1" presStyleCnt="3">
        <dgm:presLayoutVars>
          <dgm:chPref val="3"/>
        </dgm:presLayoutVars>
      </dgm:prSet>
      <dgm:spPr/>
    </dgm:pt>
    <dgm:pt modelId="{635454C1-426B-42C4-BDF2-D0E1379C5FD1}" type="pres">
      <dgm:prSet presAssocID="{C1361CD7-F7CF-4926-8B3B-EAAA673917F5}" presName="level3hierChild" presStyleCnt="0"/>
      <dgm:spPr/>
    </dgm:pt>
    <dgm:pt modelId="{41E93363-661D-434C-95BD-D6F34B8843B1}" type="pres">
      <dgm:prSet presAssocID="{18D6E5B4-A78F-4016-ADF0-3FC872DC7AD4}" presName="conn2-1" presStyleLbl="parChTrans1D2" presStyleIdx="2" presStyleCnt="3"/>
      <dgm:spPr/>
    </dgm:pt>
    <dgm:pt modelId="{5B934621-8B3C-467A-98AB-8BB60234F38C}" type="pres">
      <dgm:prSet presAssocID="{18D6E5B4-A78F-4016-ADF0-3FC872DC7AD4}" presName="connTx" presStyleLbl="parChTrans1D2" presStyleIdx="2" presStyleCnt="3"/>
      <dgm:spPr/>
    </dgm:pt>
    <dgm:pt modelId="{3C94A96D-A063-4E6C-B93C-9183EC0481A8}" type="pres">
      <dgm:prSet presAssocID="{F20D862F-2363-4F39-AB65-385AF9B4ADFF}" presName="root2" presStyleCnt="0"/>
      <dgm:spPr/>
    </dgm:pt>
    <dgm:pt modelId="{A565E4E0-56B4-4C5F-9E8F-003A4B7C5465}" type="pres">
      <dgm:prSet presAssocID="{F20D862F-2363-4F39-AB65-385AF9B4ADFF}" presName="LevelTwoTextNode" presStyleLbl="node2" presStyleIdx="2" presStyleCnt="3">
        <dgm:presLayoutVars>
          <dgm:chPref val="3"/>
        </dgm:presLayoutVars>
      </dgm:prSet>
      <dgm:spPr/>
    </dgm:pt>
    <dgm:pt modelId="{3D6FD300-657E-4EA8-ABCD-C81A4F4B957A}" type="pres">
      <dgm:prSet presAssocID="{F20D862F-2363-4F39-AB65-385AF9B4ADFF}" presName="level3hierChild" presStyleCnt="0"/>
      <dgm:spPr/>
    </dgm:pt>
  </dgm:ptLst>
  <dgm:cxnLst>
    <dgm:cxn modelId="{3E599403-0C88-4653-ABE5-10D87071E4BA}" srcId="{982F4B57-CE5A-448C-B4EC-6BA83FCF6ABF}" destId="{C1361CD7-F7CF-4926-8B3B-EAAA673917F5}" srcOrd="1" destOrd="0" parTransId="{2483078F-FDC1-4AF7-960F-9AEBE7C730B6}" sibTransId="{92262478-695E-436D-804D-8257F3DC7061}"/>
    <dgm:cxn modelId="{5365AD05-5494-49E6-9045-A78008B1FAF9}" srcId="{C74AE27B-385B-4CD0-BEE2-87A157932160}" destId="{982F4B57-CE5A-448C-B4EC-6BA83FCF6ABF}" srcOrd="0" destOrd="0" parTransId="{BEDBD026-BA30-4E10-ACF1-19BE1045FB52}" sibTransId="{DEE558CF-71B0-4648-AA2A-0D53BAFBD947}"/>
    <dgm:cxn modelId="{0989070C-544F-4FFA-A9D3-DAB4F4B16E4B}" srcId="{982F4B57-CE5A-448C-B4EC-6BA83FCF6ABF}" destId="{375BC040-9F0A-4318-8155-000F89B635DF}" srcOrd="0" destOrd="0" parTransId="{910BE4E3-1C95-4D4F-AB26-348A85A6F073}" sibTransId="{282E70CC-C649-4CCF-AFC5-86FCF8979ED7}"/>
    <dgm:cxn modelId="{18AA4F1A-0BF6-4AD4-A627-131EEBC7C45A}" type="presOf" srcId="{18D6E5B4-A78F-4016-ADF0-3FC872DC7AD4}" destId="{5B934621-8B3C-467A-98AB-8BB60234F38C}" srcOrd="1" destOrd="0" presId="urn:microsoft.com/office/officeart/2008/layout/HorizontalMultiLevelHierarchy"/>
    <dgm:cxn modelId="{3488B420-9B89-4D6A-8BC7-97E2ACD9CF08}" type="presOf" srcId="{F20D862F-2363-4F39-AB65-385AF9B4ADFF}" destId="{A565E4E0-56B4-4C5F-9E8F-003A4B7C5465}" srcOrd="0" destOrd="0" presId="urn:microsoft.com/office/officeart/2008/layout/HorizontalMultiLevelHierarchy"/>
    <dgm:cxn modelId="{89336036-D867-4ACE-BEC3-B9426C1AAE18}" type="presOf" srcId="{910BE4E3-1C95-4D4F-AB26-348A85A6F073}" destId="{048FC0F8-18DF-43E9-ABC5-0C6B24CFFF35}" srcOrd="1" destOrd="0" presId="urn:microsoft.com/office/officeart/2008/layout/HorizontalMultiLevelHierarchy"/>
    <dgm:cxn modelId="{F122106D-5836-4ED1-8964-5B6B23DF5C64}" type="presOf" srcId="{375BC040-9F0A-4318-8155-000F89B635DF}" destId="{DABBCBD9-3BBE-4C99-8DDC-1378DE641430}" srcOrd="0" destOrd="0" presId="urn:microsoft.com/office/officeart/2008/layout/HorizontalMultiLevelHierarchy"/>
    <dgm:cxn modelId="{81C6B38F-366D-480B-8182-F31D369F36DB}" type="presOf" srcId="{C74AE27B-385B-4CD0-BEE2-87A157932160}" destId="{A6D46C27-F81D-44DD-8044-1986E2EF9EAC}" srcOrd="0" destOrd="0" presId="urn:microsoft.com/office/officeart/2008/layout/HorizontalMultiLevelHierarchy"/>
    <dgm:cxn modelId="{50AD5A95-D3C4-46B3-802B-0D320B9E4D83}" type="presOf" srcId="{982F4B57-CE5A-448C-B4EC-6BA83FCF6ABF}" destId="{ED5EC7EB-592A-4089-893D-6A6B88E4F181}" srcOrd="0" destOrd="0" presId="urn:microsoft.com/office/officeart/2008/layout/HorizontalMultiLevelHierarchy"/>
    <dgm:cxn modelId="{9C566BB9-F48B-40B0-9AE2-B5447B4A9C6F}" type="presOf" srcId="{2483078F-FDC1-4AF7-960F-9AEBE7C730B6}" destId="{48460378-B8CC-4849-ACD8-1B0D8C714419}" srcOrd="1" destOrd="0" presId="urn:microsoft.com/office/officeart/2008/layout/HorizontalMultiLevelHierarchy"/>
    <dgm:cxn modelId="{E4C93BBB-43A1-4E19-AABD-4B7E910B1E4D}" type="presOf" srcId="{910BE4E3-1C95-4D4F-AB26-348A85A6F073}" destId="{083DD061-B69A-4966-A5D4-A80B134AA4F4}" srcOrd="0" destOrd="0" presId="urn:microsoft.com/office/officeart/2008/layout/HorizontalMultiLevelHierarchy"/>
    <dgm:cxn modelId="{43E283CB-C11C-4942-B547-AA87F038999F}" type="presOf" srcId="{18D6E5B4-A78F-4016-ADF0-3FC872DC7AD4}" destId="{41E93363-661D-434C-95BD-D6F34B8843B1}" srcOrd="0" destOrd="0" presId="urn:microsoft.com/office/officeart/2008/layout/HorizontalMultiLevelHierarchy"/>
    <dgm:cxn modelId="{47877ED0-CAB3-4D06-AE74-CA2BF01D33AE}" srcId="{982F4B57-CE5A-448C-B4EC-6BA83FCF6ABF}" destId="{F20D862F-2363-4F39-AB65-385AF9B4ADFF}" srcOrd="2" destOrd="0" parTransId="{18D6E5B4-A78F-4016-ADF0-3FC872DC7AD4}" sibTransId="{7E528909-72D6-4EE1-B198-72C1A77691FD}"/>
    <dgm:cxn modelId="{39826EF0-DA30-4240-845C-188C11941828}" type="presOf" srcId="{2483078F-FDC1-4AF7-960F-9AEBE7C730B6}" destId="{6DAD2322-B712-4430-930F-3162300FBE54}" srcOrd="0" destOrd="0" presId="urn:microsoft.com/office/officeart/2008/layout/HorizontalMultiLevelHierarchy"/>
    <dgm:cxn modelId="{865709F8-EDD1-46D6-9298-4BC33173FD72}" type="presOf" srcId="{C1361CD7-F7CF-4926-8B3B-EAAA673917F5}" destId="{F504AF8A-1BF3-4077-8A81-7ADB5B4F4C52}" srcOrd="0" destOrd="0" presId="urn:microsoft.com/office/officeart/2008/layout/HorizontalMultiLevelHierarchy"/>
    <dgm:cxn modelId="{E922F656-0DFC-4584-9B37-96AB2BAE5849}" type="presParOf" srcId="{A6D46C27-F81D-44DD-8044-1986E2EF9EAC}" destId="{CF7D8DCA-2884-424E-8F1C-1328923E4AE2}" srcOrd="0" destOrd="0" presId="urn:microsoft.com/office/officeart/2008/layout/HorizontalMultiLevelHierarchy"/>
    <dgm:cxn modelId="{472EA70A-4B69-4A04-82ED-AFD6131B5C9E}" type="presParOf" srcId="{CF7D8DCA-2884-424E-8F1C-1328923E4AE2}" destId="{ED5EC7EB-592A-4089-893D-6A6B88E4F181}" srcOrd="0" destOrd="0" presId="urn:microsoft.com/office/officeart/2008/layout/HorizontalMultiLevelHierarchy"/>
    <dgm:cxn modelId="{A30C4DB3-0195-46A4-A4F6-DE05C65872DC}" type="presParOf" srcId="{CF7D8DCA-2884-424E-8F1C-1328923E4AE2}" destId="{52A0D18C-5528-40BC-89CD-43CAC372AD9C}" srcOrd="1" destOrd="0" presId="urn:microsoft.com/office/officeart/2008/layout/HorizontalMultiLevelHierarchy"/>
    <dgm:cxn modelId="{23C0B8B3-F5C3-4A46-988C-08933F3DF0C1}" type="presParOf" srcId="{52A0D18C-5528-40BC-89CD-43CAC372AD9C}" destId="{083DD061-B69A-4966-A5D4-A80B134AA4F4}" srcOrd="0" destOrd="0" presId="urn:microsoft.com/office/officeart/2008/layout/HorizontalMultiLevelHierarchy"/>
    <dgm:cxn modelId="{0BFB92DB-9048-4524-82E2-5E78E0FEEC4B}" type="presParOf" srcId="{083DD061-B69A-4966-A5D4-A80B134AA4F4}" destId="{048FC0F8-18DF-43E9-ABC5-0C6B24CFFF35}" srcOrd="0" destOrd="0" presId="urn:microsoft.com/office/officeart/2008/layout/HorizontalMultiLevelHierarchy"/>
    <dgm:cxn modelId="{B131545C-33B3-4CF8-9C12-D3E2F8FB49E2}" type="presParOf" srcId="{52A0D18C-5528-40BC-89CD-43CAC372AD9C}" destId="{6922DA5F-90CD-4522-80F6-FFFD64943ACE}" srcOrd="1" destOrd="0" presId="urn:microsoft.com/office/officeart/2008/layout/HorizontalMultiLevelHierarchy"/>
    <dgm:cxn modelId="{62A2248E-8BAD-4B88-8428-B78FE5C45E11}" type="presParOf" srcId="{6922DA5F-90CD-4522-80F6-FFFD64943ACE}" destId="{DABBCBD9-3BBE-4C99-8DDC-1378DE641430}" srcOrd="0" destOrd="0" presId="urn:microsoft.com/office/officeart/2008/layout/HorizontalMultiLevelHierarchy"/>
    <dgm:cxn modelId="{5C13576F-BF4C-4781-8D2A-DABE3F830D9B}" type="presParOf" srcId="{6922DA5F-90CD-4522-80F6-FFFD64943ACE}" destId="{55940E00-975E-4631-A543-FF6D66DEE893}" srcOrd="1" destOrd="0" presId="urn:microsoft.com/office/officeart/2008/layout/HorizontalMultiLevelHierarchy"/>
    <dgm:cxn modelId="{B0780156-AF43-4561-AFA7-C0C09D70EB17}" type="presParOf" srcId="{52A0D18C-5528-40BC-89CD-43CAC372AD9C}" destId="{6DAD2322-B712-4430-930F-3162300FBE54}" srcOrd="2" destOrd="0" presId="urn:microsoft.com/office/officeart/2008/layout/HorizontalMultiLevelHierarchy"/>
    <dgm:cxn modelId="{8C51D56E-EDC9-45DB-849B-35AB1427DBC3}" type="presParOf" srcId="{6DAD2322-B712-4430-930F-3162300FBE54}" destId="{48460378-B8CC-4849-ACD8-1B0D8C714419}" srcOrd="0" destOrd="0" presId="urn:microsoft.com/office/officeart/2008/layout/HorizontalMultiLevelHierarchy"/>
    <dgm:cxn modelId="{1462ABB0-2563-417B-B83F-D5582CF11E42}" type="presParOf" srcId="{52A0D18C-5528-40BC-89CD-43CAC372AD9C}" destId="{AF44F7D2-C906-4024-A4EB-A6A4C6A4CDDC}" srcOrd="3" destOrd="0" presId="urn:microsoft.com/office/officeart/2008/layout/HorizontalMultiLevelHierarchy"/>
    <dgm:cxn modelId="{C19DDFC8-3778-4843-904E-90CB44BE60F6}" type="presParOf" srcId="{AF44F7D2-C906-4024-A4EB-A6A4C6A4CDDC}" destId="{F504AF8A-1BF3-4077-8A81-7ADB5B4F4C52}" srcOrd="0" destOrd="0" presId="urn:microsoft.com/office/officeart/2008/layout/HorizontalMultiLevelHierarchy"/>
    <dgm:cxn modelId="{2886AE6A-B7B6-4855-A182-B94B218C356D}" type="presParOf" srcId="{AF44F7D2-C906-4024-A4EB-A6A4C6A4CDDC}" destId="{635454C1-426B-42C4-BDF2-D0E1379C5FD1}" srcOrd="1" destOrd="0" presId="urn:microsoft.com/office/officeart/2008/layout/HorizontalMultiLevelHierarchy"/>
    <dgm:cxn modelId="{6E18BCE3-D144-4A66-918E-3EA97A277212}" type="presParOf" srcId="{52A0D18C-5528-40BC-89CD-43CAC372AD9C}" destId="{41E93363-661D-434C-95BD-D6F34B8843B1}" srcOrd="4" destOrd="0" presId="urn:microsoft.com/office/officeart/2008/layout/HorizontalMultiLevelHierarchy"/>
    <dgm:cxn modelId="{8B532A37-DBD0-49A3-B732-48037D509E90}" type="presParOf" srcId="{41E93363-661D-434C-95BD-D6F34B8843B1}" destId="{5B934621-8B3C-467A-98AB-8BB60234F38C}" srcOrd="0" destOrd="0" presId="urn:microsoft.com/office/officeart/2008/layout/HorizontalMultiLevelHierarchy"/>
    <dgm:cxn modelId="{D6FA3D09-69CB-49B3-9DFD-FF3932DFD818}" type="presParOf" srcId="{52A0D18C-5528-40BC-89CD-43CAC372AD9C}" destId="{3C94A96D-A063-4E6C-B93C-9183EC0481A8}" srcOrd="5" destOrd="0" presId="urn:microsoft.com/office/officeart/2008/layout/HorizontalMultiLevelHierarchy"/>
    <dgm:cxn modelId="{160824F4-4BF7-4C09-B415-AFC5793A7D00}" type="presParOf" srcId="{3C94A96D-A063-4E6C-B93C-9183EC0481A8}" destId="{A565E4E0-56B4-4C5F-9E8F-003A4B7C5465}" srcOrd="0" destOrd="0" presId="urn:microsoft.com/office/officeart/2008/layout/HorizontalMultiLevelHierarchy"/>
    <dgm:cxn modelId="{E0CC2926-AD5B-431A-8B28-FDC847444C0E}" type="presParOf" srcId="{3C94A96D-A063-4E6C-B93C-9183EC0481A8}" destId="{3D6FD300-657E-4EA8-ABCD-C81A4F4B957A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C28FA3-DD39-4089-AF2C-5FF8AFFDA22F}">
      <dsp:nvSpPr>
        <dsp:cNvPr id="0" name=""/>
        <dsp:cNvSpPr/>
      </dsp:nvSpPr>
      <dsp:spPr>
        <a:xfrm>
          <a:off x="6399" y="670038"/>
          <a:ext cx="2764150" cy="206337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11E6B1-0675-48D4-8ABF-5055F2A438A3}">
      <dsp:nvSpPr>
        <dsp:cNvPr id="0" name=""/>
        <dsp:cNvSpPr/>
      </dsp:nvSpPr>
      <dsp:spPr>
        <a:xfrm>
          <a:off x="6399" y="2733418"/>
          <a:ext cx="2764150" cy="8872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0" rIns="36830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Bir</a:t>
          </a:r>
          <a:r>
            <a:rPr lang="hu-HU" sz="2900" kern="1200" dirty="0"/>
            <a:t>ó Márk</a:t>
          </a:r>
          <a:endParaRPr lang="en-US" sz="2900" kern="1200" dirty="0"/>
        </a:p>
      </dsp:txBody>
      <dsp:txXfrm>
        <a:off x="6399" y="2733418"/>
        <a:ext cx="1946584" cy="887253"/>
      </dsp:txXfrm>
    </dsp:sp>
    <dsp:sp modelId="{461A98C2-0776-4A71-B38B-DF110B9CA988}">
      <dsp:nvSpPr>
        <dsp:cNvPr id="0" name=""/>
        <dsp:cNvSpPr/>
      </dsp:nvSpPr>
      <dsp:spPr>
        <a:xfrm>
          <a:off x="2031177" y="2874350"/>
          <a:ext cx="967452" cy="96745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17B79-E910-4E2F-A3CF-8771DB96A804}">
      <dsp:nvSpPr>
        <dsp:cNvPr id="0" name=""/>
        <dsp:cNvSpPr/>
      </dsp:nvSpPr>
      <dsp:spPr>
        <a:xfrm>
          <a:off x="3238310" y="670038"/>
          <a:ext cx="2764150" cy="206337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247650" rIns="82550" bIns="82550" numCol="1" spcCol="1270" anchor="t" anchorCtr="0">
          <a:noAutofit/>
        </a:bodyPr>
        <a:lstStyle/>
        <a:p>
          <a:pPr marL="285750" lvl="1" indent="-285750" algn="l" defTabSz="2889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6500" kern="1200" dirty="0"/>
        </a:p>
      </dsp:txBody>
      <dsp:txXfrm>
        <a:off x="3286657" y="718385"/>
        <a:ext cx="2667456" cy="2015032"/>
      </dsp:txXfrm>
    </dsp:sp>
    <dsp:sp modelId="{98AD3C38-D91C-458C-8EE1-9ADA627A92EE}">
      <dsp:nvSpPr>
        <dsp:cNvPr id="0" name=""/>
        <dsp:cNvSpPr/>
      </dsp:nvSpPr>
      <dsp:spPr>
        <a:xfrm>
          <a:off x="3238310" y="2733418"/>
          <a:ext cx="2764150" cy="8872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0" rIns="36830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900" kern="1200" dirty="0" err="1"/>
            <a:t>Karanyicz</a:t>
          </a:r>
          <a:r>
            <a:rPr lang="hu-HU" sz="2900" kern="1200" dirty="0"/>
            <a:t> Gábor</a:t>
          </a:r>
          <a:endParaRPr lang="en-US" sz="2900" kern="1200" dirty="0"/>
        </a:p>
      </dsp:txBody>
      <dsp:txXfrm>
        <a:off x="3238310" y="2733418"/>
        <a:ext cx="1946584" cy="887253"/>
      </dsp:txXfrm>
    </dsp:sp>
    <dsp:sp modelId="{F68C0D03-4119-4B98-AB55-B7D837F66B12}">
      <dsp:nvSpPr>
        <dsp:cNvPr id="0" name=""/>
        <dsp:cNvSpPr/>
      </dsp:nvSpPr>
      <dsp:spPr>
        <a:xfrm>
          <a:off x="5263088" y="2874350"/>
          <a:ext cx="967452" cy="967452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D00CE1-4064-41CE-BC9C-E4A6581EBD86}">
      <dsp:nvSpPr>
        <dsp:cNvPr id="0" name=""/>
        <dsp:cNvSpPr/>
      </dsp:nvSpPr>
      <dsp:spPr>
        <a:xfrm>
          <a:off x="6470221" y="670038"/>
          <a:ext cx="2764150" cy="206337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247650" rIns="82550" bIns="82550" numCol="1" spcCol="1270" anchor="t" anchorCtr="0">
          <a:noAutofit/>
        </a:bodyPr>
        <a:lstStyle/>
        <a:p>
          <a:pPr marL="285750" lvl="1" indent="-285750" algn="l" defTabSz="2889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6500" kern="1200"/>
        </a:p>
      </dsp:txBody>
      <dsp:txXfrm>
        <a:off x="6518568" y="718385"/>
        <a:ext cx="2667456" cy="2015032"/>
      </dsp:txXfrm>
    </dsp:sp>
    <dsp:sp modelId="{8FB15311-9FD5-49FB-946D-41F74DBE6B11}">
      <dsp:nvSpPr>
        <dsp:cNvPr id="0" name=""/>
        <dsp:cNvSpPr/>
      </dsp:nvSpPr>
      <dsp:spPr>
        <a:xfrm>
          <a:off x="6470221" y="2733418"/>
          <a:ext cx="2764150" cy="8872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0" rIns="36830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900" kern="1200" dirty="0"/>
            <a:t>Peremiczky István</a:t>
          </a:r>
          <a:endParaRPr lang="en-US" sz="2900" kern="1200" dirty="0"/>
        </a:p>
      </dsp:txBody>
      <dsp:txXfrm>
        <a:off x="6470221" y="2733418"/>
        <a:ext cx="1946584" cy="887253"/>
      </dsp:txXfrm>
    </dsp:sp>
    <dsp:sp modelId="{51CF1C2D-D2CB-46F8-91BE-236AE9151980}">
      <dsp:nvSpPr>
        <dsp:cNvPr id="0" name=""/>
        <dsp:cNvSpPr/>
      </dsp:nvSpPr>
      <dsp:spPr>
        <a:xfrm>
          <a:off x="8494999" y="2874350"/>
          <a:ext cx="967452" cy="967452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34925" cap="flat" cmpd="sng" algn="in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E93363-661D-434C-95BD-D6F34B8843B1}">
      <dsp:nvSpPr>
        <dsp:cNvPr id="0" name=""/>
        <dsp:cNvSpPr/>
      </dsp:nvSpPr>
      <dsp:spPr>
        <a:xfrm>
          <a:off x="1224968" y="1790700"/>
          <a:ext cx="446385" cy="8505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3192" y="0"/>
              </a:lnTo>
              <a:lnTo>
                <a:pt x="223192" y="850582"/>
              </a:lnTo>
              <a:lnTo>
                <a:pt x="446385" y="850582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24146" y="2191976"/>
        <a:ext cx="48029" cy="48029"/>
      </dsp:txXfrm>
    </dsp:sp>
    <dsp:sp modelId="{6DAD2322-B712-4430-930F-3162300FBE54}">
      <dsp:nvSpPr>
        <dsp:cNvPr id="0" name=""/>
        <dsp:cNvSpPr/>
      </dsp:nvSpPr>
      <dsp:spPr>
        <a:xfrm>
          <a:off x="1224968" y="1744980"/>
          <a:ext cx="4463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6385" y="45720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37001" y="1779540"/>
        <a:ext cx="22319" cy="22319"/>
      </dsp:txXfrm>
    </dsp:sp>
    <dsp:sp modelId="{083DD061-B69A-4966-A5D4-A80B134AA4F4}">
      <dsp:nvSpPr>
        <dsp:cNvPr id="0" name=""/>
        <dsp:cNvSpPr/>
      </dsp:nvSpPr>
      <dsp:spPr>
        <a:xfrm>
          <a:off x="1224968" y="940117"/>
          <a:ext cx="446385" cy="850582"/>
        </a:xfrm>
        <a:custGeom>
          <a:avLst/>
          <a:gdLst/>
          <a:ahLst/>
          <a:cxnLst/>
          <a:rect l="0" t="0" r="0" b="0"/>
          <a:pathLst>
            <a:path>
              <a:moveTo>
                <a:pt x="0" y="850582"/>
              </a:moveTo>
              <a:lnTo>
                <a:pt x="223192" y="850582"/>
              </a:lnTo>
              <a:lnTo>
                <a:pt x="223192" y="0"/>
              </a:lnTo>
              <a:lnTo>
                <a:pt x="446385" y="0"/>
              </a:lnTo>
            </a:path>
          </a:pathLst>
        </a:custGeom>
        <a:noFill/>
        <a:ln w="34925" cap="flat" cmpd="sng" algn="in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24146" y="1341394"/>
        <a:ext cx="48029" cy="48029"/>
      </dsp:txXfrm>
    </dsp:sp>
    <dsp:sp modelId="{ED5EC7EB-592A-4089-893D-6A6B88E4F181}">
      <dsp:nvSpPr>
        <dsp:cNvPr id="0" name=""/>
        <dsp:cNvSpPr/>
      </dsp:nvSpPr>
      <dsp:spPr>
        <a:xfrm rot="16200000">
          <a:off x="-905964" y="1450467"/>
          <a:ext cx="3581401" cy="6804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700" kern="1200" dirty="0" err="1"/>
            <a:t>React</a:t>
          </a:r>
          <a:endParaRPr lang="en-US" sz="4700" kern="1200" dirty="0"/>
        </a:p>
      </dsp:txBody>
      <dsp:txXfrm>
        <a:off x="-905964" y="1450467"/>
        <a:ext cx="3581401" cy="680466"/>
      </dsp:txXfrm>
    </dsp:sp>
    <dsp:sp modelId="{DABBCBD9-3BBE-4C99-8DDC-1378DE641430}">
      <dsp:nvSpPr>
        <dsp:cNvPr id="0" name=""/>
        <dsp:cNvSpPr/>
      </dsp:nvSpPr>
      <dsp:spPr>
        <a:xfrm>
          <a:off x="1671354" y="599884"/>
          <a:ext cx="2231929" cy="6804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100" kern="1200" dirty="0"/>
            <a:t>HTML</a:t>
          </a:r>
          <a:endParaRPr lang="en-US" sz="4100" kern="1200" dirty="0"/>
        </a:p>
      </dsp:txBody>
      <dsp:txXfrm>
        <a:off x="1671354" y="599884"/>
        <a:ext cx="2231929" cy="680466"/>
      </dsp:txXfrm>
    </dsp:sp>
    <dsp:sp modelId="{F504AF8A-1BF3-4077-8A81-7ADB5B4F4C52}">
      <dsp:nvSpPr>
        <dsp:cNvPr id="0" name=""/>
        <dsp:cNvSpPr/>
      </dsp:nvSpPr>
      <dsp:spPr>
        <a:xfrm>
          <a:off x="1671354" y="1450467"/>
          <a:ext cx="2231929" cy="6804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100" kern="1200" dirty="0"/>
            <a:t>CSS</a:t>
          </a:r>
          <a:endParaRPr lang="en-US" sz="4100" kern="1200" dirty="0"/>
        </a:p>
      </dsp:txBody>
      <dsp:txXfrm>
        <a:off x="1671354" y="1450467"/>
        <a:ext cx="2231929" cy="680466"/>
      </dsp:txXfrm>
    </dsp:sp>
    <dsp:sp modelId="{A565E4E0-56B4-4C5F-9E8F-003A4B7C5465}">
      <dsp:nvSpPr>
        <dsp:cNvPr id="0" name=""/>
        <dsp:cNvSpPr/>
      </dsp:nvSpPr>
      <dsp:spPr>
        <a:xfrm>
          <a:off x="1671354" y="2301050"/>
          <a:ext cx="2231929" cy="6804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100" kern="1200" dirty="0" err="1"/>
            <a:t>Bootstrap</a:t>
          </a:r>
          <a:endParaRPr lang="en-US" sz="4100" kern="1200" dirty="0"/>
        </a:p>
      </dsp:txBody>
      <dsp:txXfrm>
        <a:off x="1671354" y="2301050"/>
        <a:ext cx="2231929" cy="6804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1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8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9AB84-7B11-FC4B-250E-6670E5F93C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Arial Black" panose="020B0A04020102020204" pitchFamily="34" charset="0"/>
              </a:rPr>
              <a:t>Iqinfinity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964318-7573-B5A6-5740-337EFD06C7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logo">
            <a:extLst>
              <a:ext uri="{FF2B5EF4-FFF2-40B4-BE49-F238E27FC236}">
                <a16:creationId xmlns:a16="http://schemas.microsoft.com/office/drawing/2014/main" id="{DA226F51-F4B2-726D-2331-26D2ED62F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2136" y="-127189"/>
            <a:ext cx="1915643" cy="191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367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F8DEA-9B35-6754-D1D9-B71B36FE3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9601200" cy="1485900"/>
          </a:xfrm>
        </p:spPr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Mi az alkalmazás?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43054-362B-8851-29B2-ED53E9410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17590"/>
            <a:ext cx="9601200" cy="3581400"/>
          </a:xfrm>
        </p:spPr>
        <p:txBody>
          <a:bodyPr>
            <a:normAutofit/>
          </a:bodyPr>
          <a:lstStyle/>
          <a:p>
            <a:r>
              <a:rPr lang="en-US" sz="2400" dirty="0"/>
              <a:t>Az </a:t>
            </a:r>
            <a:r>
              <a:rPr lang="en-US" sz="2400" dirty="0" err="1"/>
              <a:t>IQInfinity</a:t>
            </a:r>
            <a:r>
              <a:rPr lang="en-US" sz="2400" dirty="0"/>
              <a:t> </a:t>
            </a:r>
            <a:r>
              <a:rPr lang="en-US" sz="2400" dirty="0" err="1"/>
              <a:t>egy</a:t>
            </a:r>
            <a:r>
              <a:rPr lang="en-US" sz="2400" dirty="0"/>
              <a:t> online </a:t>
            </a:r>
            <a:r>
              <a:rPr lang="en-US" sz="2400" dirty="0" err="1"/>
              <a:t>kvízalkalmazás</a:t>
            </a:r>
            <a:r>
              <a:rPr lang="en-US" sz="2400" dirty="0"/>
              <a:t>, </a:t>
            </a:r>
            <a:r>
              <a:rPr lang="en-US" sz="2400" dirty="0" err="1"/>
              <a:t>amelyben</a:t>
            </a:r>
            <a:r>
              <a:rPr lang="en-US" sz="2400" dirty="0"/>
              <a:t> a </a:t>
            </a:r>
            <a:r>
              <a:rPr lang="en-US" sz="2400" dirty="0" err="1"/>
              <a:t>felhasználók</a:t>
            </a:r>
            <a:r>
              <a:rPr lang="en-US" sz="2400" dirty="0"/>
              <a:t> </a:t>
            </a:r>
            <a:r>
              <a:rPr lang="en-US" sz="2400" dirty="0" err="1"/>
              <a:t>regisztráció</a:t>
            </a:r>
            <a:r>
              <a:rPr lang="en-US" sz="2400" dirty="0"/>
              <a:t> </a:t>
            </a:r>
            <a:r>
              <a:rPr lang="en-US" sz="2400" dirty="0" err="1"/>
              <a:t>után</a:t>
            </a:r>
            <a:r>
              <a:rPr lang="en-US" sz="2400" dirty="0"/>
              <a:t> </a:t>
            </a:r>
            <a:r>
              <a:rPr lang="en-US" sz="2400" dirty="0" err="1"/>
              <a:t>különböző</a:t>
            </a:r>
            <a:r>
              <a:rPr lang="en-US" sz="2400" dirty="0"/>
              <a:t> </a:t>
            </a:r>
            <a:r>
              <a:rPr lang="en-US" sz="2400" dirty="0" err="1"/>
              <a:t>kvízeket</a:t>
            </a:r>
            <a:r>
              <a:rPr lang="en-US" sz="2400" dirty="0"/>
              <a:t> </a:t>
            </a:r>
            <a:r>
              <a:rPr lang="en-US" sz="2400" dirty="0" err="1"/>
              <a:t>tölthetnek</a:t>
            </a:r>
            <a:r>
              <a:rPr lang="en-US" sz="2400" dirty="0"/>
              <a:t> ki, </a:t>
            </a:r>
            <a:r>
              <a:rPr lang="en-US" sz="2400" dirty="0" err="1"/>
              <a:t>és</a:t>
            </a:r>
            <a:r>
              <a:rPr lang="en-US" sz="2400" dirty="0"/>
              <a:t> </a:t>
            </a:r>
            <a:r>
              <a:rPr lang="en-US" sz="2400" dirty="0" err="1"/>
              <a:t>az</a:t>
            </a:r>
            <a:r>
              <a:rPr lang="en-US" sz="2400" dirty="0"/>
              <a:t> </a:t>
            </a:r>
            <a:r>
              <a:rPr lang="en-US" sz="2400" dirty="0" err="1"/>
              <a:t>eredményeiket</a:t>
            </a:r>
            <a:r>
              <a:rPr lang="en-US" sz="2400" dirty="0"/>
              <a:t> is </a:t>
            </a:r>
            <a:r>
              <a:rPr lang="en-US" sz="2400" dirty="0" err="1"/>
              <a:t>megtekinthetik</a:t>
            </a:r>
            <a:r>
              <a:rPr lang="en-US" sz="2400" dirty="0"/>
              <a:t>. </a:t>
            </a:r>
            <a:endParaRPr lang="hu-HU" sz="2400" dirty="0"/>
          </a:p>
          <a:p>
            <a:r>
              <a:rPr lang="en-US" sz="2400" dirty="0"/>
              <a:t>A platform </a:t>
            </a:r>
            <a:r>
              <a:rPr lang="en-US" sz="2400" dirty="0" err="1"/>
              <a:t>célja</a:t>
            </a:r>
            <a:r>
              <a:rPr lang="en-US" sz="2400" dirty="0"/>
              <a:t>, </a:t>
            </a:r>
            <a:r>
              <a:rPr lang="en-US" sz="2400" dirty="0" err="1"/>
              <a:t>hogy</a:t>
            </a:r>
            <a:r>
              <a:rPr lang="en-US" sz="2400" dirty="0"/>
              <a:t> </a:t>
            </a:r>
            <a:r>
              <a:rPr lang="en-US" sz="2400" dirty="0" err="1"/>
              <a:t>szórakoztató</a:t>
            </a:r>
            <a:r>
              <a:rPr lang="en-US" sz="2400" dirty="0"/>
              <a:t> </a:t>
            </a:r>
            <a:r>
              <a:rPr lang="en-US" sz="2400" dirty="0" err="1"/>
              <a:t>formában</a:t>
            </a:r>
            <a:r>
              <a:rPr lang="en-US" sz="2400" dirty="0"/>
              <a:t> </a:t>
            </a:r>
            <a:r>
              <a:rPr lang="en-US" sz="2400" dirty="0" err="1"/>
              <a:t>segítse</a:t>
            </a:r>
            <a:r>
              <a:rPr lang="en-US" sz="2400" dirty="0"/>
              <a:t> a </a:t>
            </a:r>
            <a:r>
              <a:rPr lang="en-US" sz="2400" dirty="0" err="1"/>
              <a:t>tudásmérést</a:t>
            </a:r>
            <a:r>
              <a:rPr lang="en-US" sz="2400" dirty="0"/>
              <a:t> </a:t>
            </a:r>
            <a:r>
              <a:rPr lang="en-US" sz="2400" dirty="0" err="1"/>
              <a:t>és</a:t>
            </a:r>
            <a:r>
              <a:rPr lang="en-US" sz="2400" dirty="0"/>
              <a:t> a </a:t>
            </a:r>
            <a:r>
              <a:rPr lang="en-US" sz="2400" dirty="0" err="1"/>
              <a:t>tanulást</a:t>
            </a:r>
            <a:r>
              <a:rPr lang="en-US" sz="2400" dirty="0"/>
              <a:t>.</a:t>
            </a:r>
          </a:p>
        </p:txBody>
      </p:sp>
      <p:pic>
        <p:nvPicPr>
          <p:cNvPr id="4" name="Picture 3" descr="logo">
            <a:extLst>
              <a:ext uri="{FF2B5EF4-FFF2-40B4-BE49-F238E27FC236}">
                <a16:creationId xmlns:a16="http://schemas.microsoft.com/office/drawing/2014/main" id="{7D5ADB6B-062A-4948-78AD-2229FFFA3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2136" y="-127189"/>
            <a:ext cx="1915643" cy="191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032226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B9B89-56A3-1F38-1CA5-18F43E5BB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75734"/>
            <a:ext cx="9601200" cy="1485900"/>
          </a:xfrm>
        </p:spPr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Miért készült?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E20F9-A8B0-881A-4CA7-A1FD72738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92178"/>
            <a:ext cx="9601200" cy="3581400"/>
          </a:xfrm>
        </p:spPr>
        <p:txBody>
          <a:bodyPr>
            <a:normAutofit/>
          </a:bodyPr>
          <a:lstStyle/>
          <a:p>
            <a:r>
              <a:rPr lang="hu-HU" sz="2400" dirty="0"/>
              <a:t>A Honfoglaló megszűnése után nagy űr keletkezett a szívünkben, ráadásul a legtöbb elérhető kvízalkalmazás fizetős vagy erősen korlátozott. </a:t>
            </a:r>
          </a:p>
          <a:p>
            <a:r>
              <a:rPr lang="hu-HU" sz="2400" dirty="0"/>
              <a:t>Ezért döntöttünk úgy, hogy létrehozunk egy mindenki számára ingyenesen elérhető </a:t>
            </a:r>
            <a:r>
              <a:rPr lang="hu-HU" sz="2400" dirty="0" err="1"/>
              <a:t>quiz</a:t>
            </a:r>
            <a:r>
              <a:rPr lang="hu-HU" sz="2400" dirty="0"/>
              <a:t> alkalmazást.</a:t>
            </a:r>
            <a:endParaRPr lang="en-US" sz="2400" dirty="0"/>
          </a:p>
        </p:txBody>
      </p:sp>
      <p:pic>
        <p:nvPicPr>
          <p:cNvPr id="4" name="Picture 3" descr="logo">
            <a:extLst>
              <a:ext uri="{FF2B5EF4-FFF2-40B4-BE49-F238E27FC236}">
                <a16:creationId xmlns:a16="http://schemas.microsoft.com/office/drawing/2014/main" id="{DB9DEF51-668E-8D69-AEB5-E12D5CFCC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2136" y="-127189"/>
            <a:ext cx="1915643" cy="191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6836963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467FC-DBB7-B3D1-5FC1-00E3444D6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87060"/>
            <a:ext cx="9601200" cy="1485900"/>
          </a:xfrm>
        </p:spPr>
        <p:txBody>
          <a:bodyPr/>
          <a:lstStyle/>
          <a:p>
            <a:r>
              <a:rPr lang="en-US" dirty="0" err="1">
                <a:latin typeface="Arial Black" panose="020B0A04020102020204" pitchFamily="34" charset="0"/>
              </a:rPr>
              <a:t>Csapattagok</a:t>
            </a:r>
            <a:endParaRPr lang="en-US" dirty="0">
              <a:latin typeface="Arial Black" panose="020B0A04020102020204" pitchFamily="34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B66C1E7-4F08-1AA6-E6D2-A48637A715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28643241"/>
              </p:ext>
            </p:extLst>
          </p:nvPr>
        </p:nvGraphicFramePr>
        <p:xfrm>
          <a:off x="1569680" y="1760976"/>
          <a:ext cx="9468852" cy="4511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Backend Icon | Premium Vector">
            <a:extLst>
              <a:ext uri="{FF2B5EF4-FFF2-40B4-BE49-F238E27FC236}">
                <a16:creationId xmlns:a16="http://schemas.microsoft.com/office/drawing/2014/main" id="{658863B8-A05C-1DBE-DD0A-1F99814B6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029" y="2548733"/>
            <a:ext cx="1810154" cy="181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8_3 Front end development Vector Icons free download in SVG, PNG Format">
            <a:extLst>
              <a:ext uri="{FF2B5EF4-FFF2-40B4-BE49-F238E27FC236}">
                <a16:creationId xmlns:a16="http://schemas.microsoft.com/office/drawing/2014/main" id="{D05EFA6D-2785-A18B-26B8-ACEA26E87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826" y="2489714"/>
            <a:ext cx="1928191" cy="1928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ql - Free electronics icons">
            <a:extLst>
              <a:ext uri="{FF2B5EF4-FFF2-40B4-BE49-F238E27FC236}">
                <a16:creationId xmlns:a16="http://schemas.microsoft.com/office/drawing/2014/main" id="{F35F60F9-AB22-17FB-88F8-B916FA297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747" y="2595114"/>
            <a:ext cx="1717389" cy="1717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logo">
            <a:extLst>
              <a:ext uri="{FF2B5EF4-FFF2-40B4-BE49-F238E27FC236}">
                <a16:creationId xmlns:a16="http://schemas.microsoft.com/office/drawing/2014/main" id="{71828507-995C-7A8B-946C-9FE3B98A6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2136" y="-127189"/>
            <a:ext cx="1915643" cy="191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6672986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DB103-4256-59F0-CD35-2E82D09FF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242" y="475735"/>
            <a:ext cx="9601200" cy="1485900"/>
          </a:xfrm>
        </p:spPr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Felépítése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C207F-3DA8-60AA-2BA1-D2557A32B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7654" y="2334913"/>
            <a:ext cx="2341605" cy="823912"/>
          </a:xfrm>
        </p:spPr>
        <p:txBody>
          <a:bodyPr/>
          <a:lstStyle/>
          <a:p>
            <a:pPr algn="ctr"/>
            <a:r>
              <a:rPr lang="hu-HU" dirty="0"/>
              <a:t>Frontend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C6244A-5F34-8312-6C8C-89F077753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27654" y="3299256"/>
            <a:ext cx="2341605" cy="256219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dirty="0" err="1"/>
              <a:t>felhasználók</a:t>
            </a:r>
            <a:r>
              <a:rPr lang="en-US" dirty="0"/>
              <a:t> </a:t>
            </a:r>
            <a:r>
              <a:rPr lang="en-US" dirty="0" err="1"/>
              <a:t>által</a:t>
            </a:r>
            <a:r>
              <a:rPr lang="en-US" dirty="0"/>
              <a:t> </a:t>
            </a:r>
            <a:r>
              <a:rPr lang="en-US" dirty="0" err="1"/>
              <a:t>látható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használt</a:t>
            </a:r>
            <a:r>
              <a:rPr lang="en-US" dirty="0"/>
              <a:t> </a:t>
            </a:r>
            <a:r>
              <a:rPr lang="en-US" dirty="0" err="1"/>
              <a:t>felületet</a:t>
            </a:r>
            <a:r>
              <a:rPr lang="en-US" dirty="0"/>
              <a:t> React </a:t>
            </a:r>
            <a:r>
              <a:rPr lang="en-US" dirty="0" err="1"/>
              <a:t>segítségével</a:t>
            </a:r>
            <a:r>
              <a:rPr lang="en-US" dirty="0"/>
              <a:t> </a:t>
            </a:r>
            <a:r>
              <a:rPr lang="en-US" dirty="0" err="1"/>
              <a:t>valósítottuk</a:t>
            </a:r>
            <a:r>
              <a:rPr lang="en-US" dirty="0"/>
              <a:t> meg,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letisztult</a:t>
            </a:r>
            <a:r>
              <a:rPr lang="en-US" dirty="0"/>
              <a:t>, </a:t>
            </a:r>
            <a:r>
              <a:rPr lang="en-US" dirty="0" err="1"/>
              <a:t>gyors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reszponzív</a:t>
            </a:r>
            <a:r>
              <a:rPr lang="en-US" dirty="0"/>
              <a:t> </a:t>
            </a:r>
            <a:r>
              <a:rPr lang="en-US" dirty="0" err="1"/>
              <a:t>élményt</a:t>
            </a:r>
            <a:r>
              <a:rPr lang="en-US" dirty="0"/>
              <a:t> </a:t>
            </a:r>
            <a:r>
              <a:rPr lang="en-US" dirty="0" err="1"/>
              <a:t>nyújt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DC2D7A-09E8-AFAC-A5FC-FC37F1481A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50427" y="2320546"/>
            <a:ext cx="2341605" cy="823912"/>
          </a:xfrm>
        </p:spPr>
        <p:txBody>
          <a:bodyPr/>
          <a:lstStyle/>
          <a:p>
            <a:pPr algn="ctr"/>
            <a:r>
              <a:rPr lang="hu-HU" dirty="0"/>
              <a:t>SQL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2631E8-567B-9CB4-7B31-6DFF7DBF6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50427" y="3305207"/>
            <a:ext cx="2341605" cy="256219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Az </a:t>
            </a:r>
            <a:r>
              <a:rPr lang="en-US" dirty="0" err="1"/>
              <a:t>adatok</a:t>
            </a:r>
            <a:r>
              <a:rPr lang="en-US" dirty="0"/>
              <a:t> </a:t>
            </a:r>
            <a:r>
              <a:rPr lang="en-US" dirty="0" err="1"/>
              <a:t>tárolását</a:t>
            </a:r>
            <a:r>
              <a:rPr lang="en-US" dirty="0"/>
              <a:t> SQL-</a:t>
            </a:r>
            <a:r>
              <a:rPr lang="en-US" dirty="0" err="1"/>
              <a:t>alapú</a:t>
            </a:r>
            <a:r>
              <a:rPr lang="en-US" dirty="0"/>
              <a:t> </a:t>
            </a:r>
            <a:r>
              <a:rPr lang="en-US" dirty="0" err="1"/>
              <a:t>adatbázis</a:t>
            </a:r>
            <a:r>
              <a:rPr lang="en-US" dirty="0"/>
              <a:t> </a:t>
            </a:r>
            <a:r>
              <a:rPr lang="en-US" dirty="0" err="1"/>
              <a:t>végzi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megbízhatóan</a:t>
            </a:r>
            <a:r>
              <a:rPr lang="en-US" dirty="0"/>
              <a:t> </a:t>
            </a:r>
            <a:r>
              <a:rPr lang="en-US" dirty="0" err="1"/>
              <a:t>kezeli</a:t>
            </a:r>
            <a:r>
              <a:rPr lang="en-US" dirty="0"/>
              <a:t> a </a:t>
            </a:r>
            <a:r>
              <a:rPr lang="en-US" dirty="0" err="1"/>
              <a:t>felhasználói</a:t>
            </a:r>
            <a:r>
              <a:rPr lang="en-US" dirty="0"/>
              <a:t> </a:t>
            </a:r>
            <a:r>
              <a:rPr lang="en-US" dirty="0" err="1"/>
              <a:t>információkat</a:t>
            </a:r>
            <a:r>
              <a:rPr lang="en-US" dirty="0"/>
              <a:t>, a </a:t>
            </a:r>
            <a:r>
              <a:rPr lang="en-US" dirty="0" err="1"/>
              <a:t>kvízkérdéseket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eredményeket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EAC125D-EE10-7E6E-66DA-50A63F6224EA}"/>
              </a:ext>
            </a:extLst>
          </p:cNvPr>
          <p:cNvSpPr txBox="1">
            <a:spLocks/>
          </p:cNvSpPr>
          <p:nvPr/>
        </p:nvSpPr>
        <p:spPr>
          <a:xfrm>
            <a:off x="4989039" y="2340577"/>
            <a:ext cx="2341605" cy="823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3000" b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hu-HU" dirty="0"/>
              <a:t>Backend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DD0ED90-06FB-C115-8F25-8AB0E077A6DC}"/>
              </a:ext>
            </a:extLst>
          </p:cNvPr>
          <p:cNvSpPr txBox="1">
            <a:spLocks/>
          </p:cNvSpPr>
          <p:nvPr/>
        </p:nvSpPr>
        <p:spPr>
          <a:xfrm>
            <a:off x="4989040" y="3305209"/>
            <a:ext cx="2341605" cy="256219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Az </a:t>
            </a:r>
            <a:r>
              <a:rPr lang="en-US" dirty="0" err="1"/>
              <a:t>alkalmazás</a:t>
            </a:r>
            <a:r>
              <a:rPr lang="en-US" dirty="0"/>
              <a:t> </a:t>
            </a:r>
            <a:r>
              <a:rPr lang="en-US" dirty="0" err="1"/>
              <a:t>logikáját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adatkezelését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ASP.NET Core </a:t>
            </a:r>
            <a:r>
              <a:rPr lang="en-US" dirty="0" err="1"/>
              <a:t>alapú</a:t>
            </a:r>
            <a:r>
              <a:rPr lang="en-US" dirty="0"/>
              <a:t> backend </a:t>
            </a:r>
            <a:r>
              <a:rPr lang="en-US" dirty="0" err="1"/>
              <a:t>végzi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biztonságos</a:t>
            </a:r>
            <a:r>
              <a:rPr lang="en-US" dirty="0"/>
              <a:t> API-n </a:t>
            </a:r>
            <a:r>
              <a:rPr lang="en-US" dirty="0" err="1"/>
              <a:t>keresztül</a:t>
            </a:r>
            <a:r>
              <a:rPr lang="en-US" dirty="0"/>
              <a:t> </a:t>
            </a:r>
            <a:r>
              <a:rPr lang="en-US" dirty="0" err="1"/>
              <a:t>szolgálja</a:t>
            </a:r>
            <a:r>
              <a:rPr lang="en-US" dirty="0"/>
              <a:t> ki a frontend </a:t>
            </a:r>
            <a:r>
              <a:rPr lang="en-US" dirty="0" err="1"/>
              <a:t>kéréseit</a:t>
            </a:r>
            <a:endParaRPr lang="en-US" dirty="0"/>
          </a:p>
        </p:txBody>
      </p:sp>
      <p:pic>
        <p:nvPicPr>
          <p:cNvPr id="11" name="Picture 10" descr="logo">
            <a:extLst>
              <a:ext uri="{FF2B5EF4-FFF2-40B4-BE49-F238E27FC236}">
                <a16:creationId xmlns:a16="http://schemas.microsoft.com/office/drawing/2014/main" id="{21AC94CE-68AF-763C-9EDB-757297981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2136" y="-127189"/>
            <a:ext cx="1915643" cy="191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7507131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593FC-16BF-40D2-FFE1-E5DE4D4EF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9601200" cy="1485900"/>
          </a:xfrm>
        </p:spPr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Frontend</a:t>
            </a:r>
            <a:endParaRPr lang="en-US" dirty="0">
              <a:latin typeface="Arial Black" panose="020B0A040201020202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8BC79DD-6433-56B1-8636-F36B06C96DB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63545186"/>
              </p:ext>
            </p:extLst>
          </p:nvPr>
        </p:nvGraphicFramePr>
        <p:xfrm>
          <a:off x="1371600" y="2285999"/>
          <a:ext cx="4447786" cy="3581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E3A2FF6-9C82-6B1A-B25E-6C70C7078D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5871551" y="2356788"/>
            <a:ext cx="5163034" cy="3439821"/>
          </a:xfrm>
        </p:spPr>
      </p:pic>
      <p:pic>
        <p:nvPicPr>
          <p:cNvPr id="8" name="Picture 7" descr="logo">
            <a:extLst>
              <a:ext uri="{FF2B5EF4-FFF2-40B4-BE49-F238E27FC236}">
                <a16:creationId xmlns:a16="http://schemas.microsoft.com/office/drawing/2014/main" id="{495C945D-5EF2-934E-B455-8C42B84EE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2136" y="-127189"/>
            <a:ext cx="1915643" cy="191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2711269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593FC-16BF-40D2-FFE1-E5DE4D4EF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9601200" cy="1485900"/>
          </a:xfrm>
        </p:spPr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Backend</a:t>
            </a:r>
            <a:endParaRPr lang="en-US" dirty="0">
              <a:latin typeface="Arial Black" panose="020B0A04020102020204" pitchFamily="34" charset="0"/>
            </a:endParaRPr>
          </a:p>
        </p:txBody>
      </p:sp>
      <p:pic>
        <p:nvPicPr>
          <p:cNvPr id="8" name="Picture 7" descr="logo">
            <a:extLst>
              <a:ext uri="{FF2B5EF4-FFF2-40B4-BE49-F238E27FC236}">
                <a16:creationId xmlns:a16="http://schemas.microsoft.com/office/drawing/2014/main" id="{495C945D-5EF2-934E-B455-8C42B84EE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2136" y="-127189"/>
            <a:ext cx="1915643" cy="191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9E988D9-5FD2-25D1-ED4B-1729B5ADAB9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142074" y="2048825"/>
            <a:ext cx="5907852" cy="2866076"/>
          </a:xfr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4392AFE-21B7-F36F-8BB2-81E005493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5609" y="1895564"/>
            <a:ext cx="7420782" cy="317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46557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593FC-16BF-40D2-FFE1-E5DE4D4EF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9601200" cy="1485900"/>
          </a:xfrm>
        </p:spPr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SQL (Adatbázis)</a:t>
            </a:r>
            <a:endParaRPr lang="en-US" dirty="0">
              <a:latin typeface="Arial Black" panose="020B0A04020102020204" pitchFamily="34" charset="0"/>
            </a:endParaRPr>
          </a:p>
        </p:txBody>
      </p:sp>
      <p:pic>
        <p:nvPicPr>
          <p:cNvPr id="8" name="Picture 7" descr="logo">
            <a:extLst>
              <a:ext uri="{FF2B5EF4-FFF2-40B4-BE49-F238E27FC236}">
                <a16:creationId xmlns:a16="http://schemas.microsoft.com/office/drawing/2014/main" id="{495C945D-5EF2-934E-B455-8C42B84EE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2136" y="-127189"/>
            <a:ext cx="1915643" cy="191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 descr="Xampp_logo">
            <a:extLst>
              <a:ext uri="{FF2B5EF4-FFF2-40B4-BE49-F238E27FC236}">
                <a16:creationId xmlns:a16="http://schemas.microsoft.com/office/drawing/2014/main" id="{A9FB0F5B-D45F-781C-6498-B57A55BC802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579" y="2774384"/>
            <a:ext cx="4110842" cy="1072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Kép 6">
            <a:extLst>
              <a:ext uri="{FF2B5EF4-FFF2-40B4-BE49-F238E27FC236}">
                <a16:creationId xmlns:a16="http://schemas.microsoft.com/office/drawing/2014/main" id="{D704FD81-7008-98A1-0138-91AF49467ED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640" y="1788454"/>
            <a:ext cx="5760720" cy="3729990"/>
          </a:xfrm>
          <a:prstGeom prst="rect">
            <a:avLst/>
          </a:prstGeom>
        </p:spPr>
      </p:pic>
      <p:pic>
        <p:nvPicPr>
          <p:cNvPr id="12" name="Picture 2" descr="PhpMyAdmin_logo">
            <a:extLst>
              <a:ext uri="{FF2B5EF4-FFF2-40B4-BE49-F238E27FC236}">
                <a16:creationId xmlns:a16="http://schemas.microsoft.com/office/drawing/2014/main" id="{49A18592-8E1F-B14E-E451-0D0BA39F2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021" y="4005069"/>
            <a:ext cx="1905000" cy="1125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089448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0912-CA41-907E-80EA-8DBC75385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9601200" cy="1485900"/>
          </a:xfrm>
        </p:spPr>
        <p:txBody>
          <a:bodyPr/>
          <a:lstStyle/>
          <a:p>
            <a:r>
              <a:rPr lang="hu-HU" dirty="0" err="1">
                <a:latin typeface="Arial Black" panose="020B0A04020102020204" pitchFamily="34" charset="0"/>
              </a:rPr>
              <a:t>Github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6FE0F-9EFA-685E-BC8C-538AC146D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A GitHub egy webalapú platform, amely lehetővé teszi a forráskód tárolását, verziókövetését és csapaton belüli együttműködést.</a:t>
            </a:r>
            <a:endParaRPr lang="en-US" sz="2400" dirty="0"/>
          </a:p>
        </p:txBody>
      </p:sp>
      <p:pic>
        <p:nvPicPr>
          <p:cNvPr id="4" name="Picture 3" descr="logo">
            <a:extLst>
              <a:ext uri="{FF2B5EF4-FFF2-40B4-BE49-F238E27FC236}">
                <a16:creationId xmlns:a16="http://schemas.microsoft.com/office/drawing/2014/main" id="{F2CCB114-5BB8-1473-3645-A630F8780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2136" y="-127189"/>
            <a:ext cx="1915643" cy="191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B4775B-B132-9704-4D81-AC22C1941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4592" y="1542091"/>
            <a:ext cx="9322816" cy="41917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4BAE43-EF80-4374-12D8-6E4C1528C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4593" y="1541964"/>
            <a:ext cx="9322815" cy="419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3119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0912-CA41-907E-80EA-8DBC75385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9601200" cy="1485900"/>
          </a:xfrm>
        </p:spPr>
        <p:txBody>
          <a:bodyPr/>
          <a:lstStyle/>
          <a:p>
            <a:r>
              <a:rPr lang="hu-HU" dirty="0" err="1">
                <a:latin typeface="Arial Black" panose="020B0A04020102020204" pitchFamily="34" charset="0"/>
              </a:rPr>
              <a:t>Trello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6FE0F-9EFA-685E-BC8C-538AC146D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A </a:t>
            </a:r>
            <a:r>
              <a:rPr lang="hu-HU" sz="2400" dirty="0" err="1"/>
              <a:t>Trello</a:t>
            </a:r>
            <a:r>
              <a:rPr lang="hu-HU" sz="2400" dirty="0"/>
              <a:t> egy vizuális projektmenedzsment eszköz, amely táblák, listák és kártyák segítségével segíti a csapatokat a feladatok szervezésében és nyomon követésében.</a:t>
            </a:r>
            <a:endParaRPr lang="en-US" sz="2400" dirty="0"/>
          </a:p>
        </p:txBody>
      </p:sp>
      <p:pic>
        <p:nvPicPr>
          <p:cNvPr id="4" name="Picture 3" descr="logo">
            <a:extLst>
              <a:ext uri="{FF2B5EF4-FFF2-40B4-BE49-F238E27FC236}">
                <a16:creationId xmlns:a16="http://schemas.microsoft.com/office/drawing/2014/main" id="{F2CCB114-5BB8-1473-3645-A630F8780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2136" y="-127189"/>
            <a:ext cx="1915643" cy="191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Tartalom helye 3">
            <a:extLst>
              <a:ext uri="{FF2B5EF4-FFF2-40B4-BE49-F238E27FC236}">
                <a16:creationId xmlns:a16="http://schemas.microsoft.com/office/drawing/2014/main" id="{8BEF53B7-0B74-3001-3E3E-AA5AA5A6A6CC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027" y="1414940"/>
            <a:ext cx="9551773" cy="45904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832050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ECD26-36CC-C332-4384-6C9E24ABF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Kommunikáció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0284D-0F97-001B-F81D-04D417D71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hu-HU" dirty="0" err="1"/>
              <a:t>Discord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88E929-28E7-4954-FEAE-4CFF09FCF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hu-HU" dirty="0"/>
              <a:t>Messenger</a:t>
            </a:r>
            <a:endParaRPr lang="en-US" dirty="0"/>
          </a:p>
        </p:txBody>
      </p:sp>
      <p:pic>
        <p:nvPicPr>
          <p:cNvPr id="7" name="Picture 2" descr="discord logo 0 - Discord Logo">
            <a:extLst>
              <a:ext uri="{FF2B5EF4-FFF2-40B4-BE49-F238E27FC236}">
                <a16:creationId xmlns:a16="http://schemas.microsoft.com/office/drawing/2014/main" id="{6584FD61-B851-F105-04BB-32D377D0951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814" y="2792628"/>
            <a:ext cx="2889422" cy="288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Messenger Logo">
            <a:extLst>
              <a:ext uri="{FF2B5EF4-FFF2-40B4-BE49-F238E27FC236}">
                <a16:creationId xmlns:a16="http://schemas.microsoft.com/office/drawing/2014/main" id="{81386FD4-8DB9-6FCA-58B8-C71F18008592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7737" y="3448436"/>
            <a:ext cx="1671151" cy="1686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logo">
            <a:extLst>
              <a:ext uri="{FF2B5EF4-FFF2-40B4-BE49-F238E27FC236}">
                <a16:creationId xmlns:a16="http://schemas.microsoft.com/office/drawing/2014/main" id="{FF286C6E-3358-2055-773F-D8335C6D5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2136" y="-127189"/>
            <a:ext cx="1915643" cy="191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6055178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26CCF-9FD6-1877-3E6E-AF1689700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94270"/>
            <a:ext cx="9601200" cy="1485900"/>
          </a:xfrm>
        </p:spPr>
        <p:txBody>
          <a:bodyPr/>
          <a:lstStyle/>
          <a:p>
            <a:r>
              <a:rPr lang="hu-HU" dirty="0">
                <a:latin typeface="Arial Black" panose="020B0A04020102020204" pitchFamily="34" charset="0"/>
              </a:rPr>
              <a:t>Oldalunk</a:t>
            </a:r>
            <a:endParaRPr lang="en-US" dirty="0">
              <a:latin typeface="Arial Black" panose="020B0A04020102020204" pitchFamily="34" charset="0"/>
            </a:endParaRPr>
          </a:p>
        </p:txBody>
      </p:sp>
      <p:pic>
        <p:nvPicPr>
          <p:cNvPr id="4" name="Tartalom helye 5">
            <a:extLst>
              <a:ext uri="{FF2B5EF4-FFF2-40B4-BE49-F238E27FC236}">
                <a16:creationId xmlns:a16="http://schemas.microsoft.com/office/drawing/2014/main" id="{BCCB44B3-C2DE-7062-3D6C-7DC0850AFA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1777" y="2110636"/>
            <a:ext cx="7348445" cy="3581400"/>
          </a:xfrm>
          <a:prstGeom prst="rect">
            <a:avLst/>
          </a:prstGeom>
        </p:spPr>
      </p:pic>
      <p:pic>
        <p:nvPicPr>
          <p:cNvPr id="5" name="Tartalom helye 6">
            <a:extLst>
              <a:ext uri="{FF2B5EF4-FFF2-40B4-BE49-F238E27FC236}">
                <a16:creationId xmlns:a16="http://schemas.microsoft.com/office/drawing/2014/main" id="{CCC40372-9A83-2BB9-AD1C-DA57A7820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777" y="2110637"/>
            <a:ext cx="7348445" cy="3581399"/>
          </a:xfrm>
          <a:prstGeom prst="rect">
            <a:avLst/>
          </a:prstGeom>
        </p:spPr>
      </p:pic>
      <p:pic>
        <p:nvPicPr>
          <p:cNvPr id="6" name="Tartalom helye 3">
            <a:extLst>
              <a:ext uri="{FF2B5EF4-FFF2-40B4-BE49-F238E27FC236}">
                <a16:creationId xmlns:a16="http://schemas.microsoft.com/office/drawing/2014/main" id="{11C35EDB-7CDE-FF5C-7C8B-97CBEC33CBF7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497" y="2110635"/>
            <a:ext cx="7397725" cy="3581401"/>
          </a:xfrm>
          <a:prstGeom prst="rect">
            <a:avLst/>
          </a:prstGeom>
        </p:spPr>
      </p:pic>
      <p:pic>
        <p:nvPicPr>
          <p:cNvPr id="7" name="Tartalom helye 3">
            <a:extLst>
              <a:ext uri="{FF2B5EF4-FFF2-40B4-BE49-F238E27FC236}">
                <a16:creationId xmlns:a16="http://schemas.microsoft.com/office/drawing/2014/main" id="{114DA991-7902-56AF-428E-4DBC6A0CC38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045175" y="1980170"/>
            <a:ext cx="10254049" cy="3937998"/>
          </a:xfrm>
          <a:prstGeom prst="rect">
            <a:avLst/>
          </a:prstGeom>
        </p:spPr>
      </p:pic>
      <p:pic>
        <p:nvPicPr>
          <p:cNvPr id="8" name="Picture 7" descr="logo">
            <a:extLst>
              <a:ext uri="{FF2B5EF4-FFF2-40B4-BE49-F238E27FC236}">
                <a16:creationId xmlns:a16="http://schemas.microsoft.com/office/drawing/2014/main" id="{D6AD3D4B-91CD-99B5-D815-AA8C721C9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2136" y="-127189"/>
            <a:ext cx="1915643" cy="191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407696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{BADA2849-3E25-4A2A-ACCB-B6987DC539A2}tf10001105</Template>
  <TotalTime>118</TotalTime>
  <Words>211</Words>
  <Application>Microsoft Office PowerPoint</Application>
  <PresentationFormat>Widescreen</PresentationFormat>
  <Paragraphs>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Franklin Gothic Book</vt:lpstr>
      <vt:lpstr>Crop</vt:lpstr>
      <vt:lpstr>Iqinfinity</vt:lpstr>
      <vt:lpstr>Mi az alkalmazás?</vt:lpstr>
      <vt:lpstr>Miért készült?</vt:lpstr>
      <vt:lpstr>Csapattagok</vt:lpstr>
      <vt:lpstr>Felépítése </vt:lpstr>
      <vt:lpstr>Frontend</vt:lpstr>
      <vt:lpstr>Backend</vt:lpstr>
      <vt:lpstr>SQL (Adatbázis)</vt:lpstr>
      <vt:lpstr>Github</vt:lpstr>
      <vt:lpstr>Trello</vt:lpstr>
      <vt:lpstr>Kommunikáció</vt:lpstr>
      <vt:lpstr>Oldalunk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 Dr2k3n</dc:creator>
  <cp:lastModifiedBy>20 Dr2k3n</cp:lastModifiedBy>
  <cp:revision>1</cp:revision>
  <dcterms:created xsi:type="dcterms:W3CDTF">2025-05-22T18:44:02Z</dcterms:created>
  <dcterms:modified xsi:type="dcterms:W3CDTF">2025-05-22T20:42:22Z</dcterms:modified>
</cp:coreProperties>
</file>